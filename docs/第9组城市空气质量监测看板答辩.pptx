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363b057dc44fe2" /><Relationship Type="http://schemas.openxmlformats.org/officeDocument/2006/relationships/extended-properties" Target="/docProps/app.xml" Id="Rab5a57f82a174b9a" /><Relationship Type="http://schemas.openxmlformats.org/officeDocument/2006/relationships/officeDocument" Target="/ppt/presentation.xml" Id="R5fd19f270f9b4f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a94e3377fa4bc2"/>
  </p:sldMasterIdLst>
  <p:notesMasterIdLst>
    <p:notesMasterId xmlns:r="http://schemas.openxmlformats.org/officeDocument/2006/relationships" r:id="Rca5318c5f6dc4122"/>
  </p:notesMasterIdLst>
  <p:sldIdLst>
    <p:sldId xmlns:r="http://schemas.openxmlformats.org/officeDocument/2006/relationships" id="256" r:id="Rb9ec2ef0a2774249"/>
    <p:sldId xmlns:r="http://schemas.openxmlformats.org/officeDocument/2006/relationships" id="257" r:id="Rfa036e23011b45c6"/>
    <p:sldId xmlns:r="http://schemas.openxmlformats.org/officeDocument/2006/relationships" id="258" r:id="R28a308fccb154c92"/>
    <p:sldId xmlns:r="http://schemas.openxmlformats.org/officeDocument/2006/relationships" id="259" r:id="Ra28b01cf69674283"/>
    <p:sldId xmlns:r="http://schemas.openxmlformats.org/officeDocument/2006/relationships" id="260" r:id="R1a65ed8817474c57"/>
    <p:sldId xmlns:r="http://schemas.openxmlformats.org/officeDocument/2006/relationships" id="261" r:id="R2f843a34c90b4a52"/>
    <p:sldId xmlns:r="http://schemas.openxmlformats.org/officeDocument/2006/relationships" id="262" r:id="R04f8d87a3f6b4612"/>
    <p:sldId xmlns:r="http://schemas.openxmlformats.org/officeDocument/2006/relationships" id="263" r:id="Rd25c8477643b46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7f0aeec3246da" /><Relationship Type="http://schemas.openxmlformats.org/officeDocument/2006/relationships/slideMaster" Target="/ppt/slideMasters/slideMaster1.xml" Id="Rf6a94e3377fa4bc2" /><Relationship Type="http://schemas.openxmlformats.org/officeDocument/2006/relationships/notesMaster" Target="/ppt/notesMasters/notesMaster1.xml" Id="Rca5318c5f6dc4122" /><Relationship Type="http://schemas.openxmlformats.org/officeDocument/2006/relationships/presProps" Target="/ppt/presProps.xml" Id="R25139d42c9244f16" /><Relationship Type="http://schemas.openxmlformats.org/officeDocument/2006/relationships/tableStyles" Target="/ppt/tableStyles.xml" Id="Ra51fd1085b7b40b7" /><Relationship Type="http://schemas.openxmlformats.org/officeDocument/2006/relationships/slide" Target="/ppt/slides/slide1.xml" Id="Rb9ec2ef0a2774249" /><Relationship Type="http://schemas.openxmlformats.org/officeDocument/2006/relationships/slide" Target="/ppt/slides/slide2.xml" Id="Rfa036e23011b45c6" /><Relationship Type="http://schemas.openxmlformats.org/officeDocument/2006/relationships/slide" Target="/ppt/slides/slide3.xml" Id="R28a308fccb154c92" /><Relationship Type="http://schemas.openxmlformats.org/officeDocument/2006/relationships/slide" Target="/ppt/slides/slide4.xml" Id="Ra28b01cf69674283" /><Relationship Type="http://schemas.openxmlformats.org/officeDocument/2006/relationships/slide" Target="/ppt/slides/slide5.xml" Id="R1a65ed8817474c57" /><Relationship Type="http://schemas.openxmlformats.org/officeDocument/2006/relationships/slide" Target="/ppt/slides/slide6.xml" Id="R2f843a34c90b4a52" /><Relationship Type="http://schemas.openxmlformats.org/officeDocument/2006/relationships/slide" Target="/ppt/slides/slide7.xml" Id="R04f8d87a3f6b4612" /><Relationship Type="http://schemas.openxmlformats.org/officeDocument/2006/relationships/slide" Target="/ppt/slides/slide8.xml" Id="Rd25c8477643b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7995819fa41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210ca3f0149bb" /><Relationship Type="http://schemas.openxmlformats.org/officeDocument/2006/relationships/notesMaster" Target="/ppt/notesMasters/notesMaster1.xml" Id="R75c4a819388e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c6a7cc17e48d4" /><Relationship Type="http://schemas.openxmlformats.org/officeDocument/2006/relationships/notesMaster" Target="/ppt/notesMasters/notesMaster1.xml" Id="R849821fd98f74d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9c51b48734ddd" /><Relationship Type="http://schemas.openxmlformats.org/officeDocument/2006/relationships/notesMaster" Target="/ppt/notesMasters/notesMaster1.xml" Id="Rd1462b44f651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5e9574d6d4796" /><Relationship Type="http://schemas.openxmlformats.org/officeDocument/2006/relationships/notesMaster" Target="/ppt/notesMasters/notesMaster1.xml" Id="R8da0aa270b154c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1e307e7a44927" /><Relationship Type="http://schemas.openxmlformats.org/officeDocument/2006/relationships/notesMaster" Target="/ppt/notesMasters/notesMaster1.xml" Id="R97cb6d37629f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978701fff44a29" /><Relationship Type="http://schemas.openxmlformats.org/officeDocument/2006/relationships/notesMaster" Target="/ppt/notesMasters/notesMaster1.xml" Id="R3341849586234f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dbdd5e7cc4a1b" /><Relationship Type="http://schemas.openxmlformats.org/officeDocument/2006/relationships/notesMaster" Target="/ppt/notesMasters/notesMaster1.xml" Id="R34ac19613e2544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4bb53165cc4fe3" /><Relationship Type="http://schemas.openxmlformats.org/officeDocument/2006/relationships/notesMaster" Target="/ppt/notesMasters/notesMaster1.xml" Id="R76a08f79633640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0a553f8ac4e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86b3c9e0541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d95bd22704e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b37da69f940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d845f357c4a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39a309f1343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6471DC-4AF8-43E1-ADDD-1BDD0F39C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D2EAA1-4926-46D9-A616-64D975ABBE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FA7064-2D57-41AF-8D2A-1BAFEF010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487A41-B473-4430-9C55-C8F4C1F55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F9DECC-CBAC-4617-9B6F-2FED586C3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A644BE-EA0C-4FF0-BEE0-7AE655D870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37E391-B1FC-4A92-9F45-DD128BAFFD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99F76E-9629-4061-95B7-AF8CF7624C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FAB637-EBC8-4CA5-9B78-78570F319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8FB49F-7F3D-4B04-8138-57EB09F7C5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d8d11fd0a45c2" /><Relationship Type="http://schemas.openxmlformats.org/officeDocument/2006/relationships/slideLayout" Target="/ppt/slideLayouts/slideLayout1.xml" Id="R850d35d1bd6b41a5" /><Relationship Type="http://schemas.openxmlformats.org/officeDocument/2006/relationships/slideLayout" Target="/ppt/slideLayouts/slideLayout2.xml" Id="Rd2351511451846f3" /><Relationship Type="http://schemas.openxmlformats.org/officeDocument/2006/relationships/slideLayout" Target="/ppt/slideLayouts/slideLayout3.xml" Id="R3e3767fc76a14b9e" /><Relationship Type="http://schemas.openxmlformats.org/officeDocument/2006/relationships/slideLayout" Target="/ppt/slideLayouts/slideLayout4.xml" Id="Raf92fbbf146c41bc" /><Relationship Type="http://schemas.openxmlformats.org/officeDocument/2006/relationships/slideLayout" Target="/ppt/slideLayouts/slideLayout5.xml" Id="R8b0fe77bfdd14739" /><Relationship Type="http://schemas.openxmlformats.org/officeDocument/2006/relationships/slideLayout" Target="/ppt/slideLayouts/slideLayout6.xml" Id="R06d9b985e5c7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0d35d1bd6b41a5"/>
    <p:sldLayoutId xmlns:r="http://schemas.openxmlformats.org/officeDocument/2006/relationships" id="2147483650" r:id="Rd2351511451846f3"/>
    <p:sldLayoutId xmlns:r="http://schemas.openxmlformats.org/officeDocument/2006/relationships" id="2147483651" r:id="R3e3767fc76a14b9e"/>
    <p:sldLayoutId xmlns:r="http://schemas.openxmlformats.org/officeDocument/2006/relationships" id="2147483652" r:id="Raf92fbbf146c41bc"/>
    <p:sldLayoutId xmlns:r="http://schemas.openxmlformats.org/officeDocument/2006/relationships" id="2147483653" r:id="R8b0fe77bfdd14739"/>
    <p:sldLayoutId xmlns:r="http://schemas.openxmlformats.org/officeDocument/2006/relationships" id="2147483654" r:id="R06d9b985e5c7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06b3dcdb24059" /><Relationship Type="http://schemas.openxmlformats.org/officeDocument/2006/relationships/notesSlide" Target="/ppt/notesSlides/notesSlide1.xml" Id="R50ad0acf74b3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5de3b32ac4678" /><Relationship Type="http://schemas.openxmlformats.org/officeDocument/2006/relationships/notesSlide" Target="/ppt/notesSlides/notesSlide2.xml" Id="R8464958cb3694e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7483562b304998" /><Relationship Type="http://schemas.openxmlformats.org/officeDocument/2006/relationships/notesSlide" Target="/ppt/notesSlides/notesSlide3.xml" Id="R97256108a622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83da988c5470f" /><Relationship Type="http://schemas.openxmlformats.org/officeDocument/2006/relationships/notesSlide" Target="/ppt/notesSlides/notesSlide4.xml" Id="R6584dfbca07b49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374ee17a3456b" /><Relationship Type="http://schemas.openxmlformats.org/officeDocument/2006/relationships/image" Target="/ppt/media/image.png" Id="Rb6193a7866e847ac" /><Relationship Type="http://schemas.openxmlformats.org/officeDocument/2006/relationships/notesSlide" Target="/ppt/notesSlides/notesSlide5.xml" Id="R066d51bdcc8245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fac08fc01477f" /><Relationship Type="http://schemas.openxmlformats.org/officeDocument/2006/relationships/notesSlide" Target="/ppt/notesSlides/notesSlide6.xml" Id="Rec6f02cbe7d149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444376beb4889" /><Relationship Type="http://schemas.openxmlformats.org/officeDocument/2006/relationships/notesSlide" Target="/ppt/notesSlides/notesSlide7.xml" Id="R13f7ff6c120344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cd1c0187a4740" /><Relationship Type="http://schemas.openxmlformats.org/officeDocument/2006/relationships/notesSlide" Target="/ppt/notesSlides/notesSlide8.xml" Id="R59663dd34be44a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5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D5914-8BA9-45EE-AE9D-646CA335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E7089-26DF-43B6-A9FE-C25BFAFE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BBD2C5"/>
                </a:solidFill>
              </a:defRPr>
            </a:defPPr>
            <a:lvl1pPr algn="l">
              <a:defRPr sz="1125" b="1">
                <a:solidFill>
                  <a:srgbClr val="BBD2C5"/>
                </a:solidFill>
              </a:defRPr>
            </a:lvl1pPr>
            <a:lvl2pPr algn="l">
              <a:defRPr sz="1125" b="1">
                <a:solidFill>
                  <a:srgbClr val="BBD2C5"/>
                </a:solidFill>
              </a:defRPr>
            </a:lvl2pPr>
            <a:lvl3pPr algn="l">
              <a:defRPr sz="1125" b="1">
                <a:solidFill>
                  <a:srgbClr val="BBD2C5"/>
                </a:solidFill>
              </a:defRPr>
            </a:lvl3pPr>
            <a:lvl4pPr algn="l">
              <a:defRPr sz="1125" b="1">
                <a:solidFill>
                  <a:srgbClr val="BBD2C5"/>
                </a:solidFill>
              </a:defRPr>
            </a:lvl4pPr>
            <a:lvl5pPr algn="l">
              <a:defRPr sz="1125" b="1">
                <a:solidFill>
                  <a:srgbClr val="BBD2C5"/>
                </a:solidFill>
              </a:defRPr>
            </a:lvl5pPr>
            <a:lvl6pPr algn="l">
              <a:defRPr sz="1125" b="1">
                <a:solidFill>
                  <a:srgbClr val="BBD2C5"/>
                </a:solidFill>
              </a:defRPr>
            </a:lvl6pPr>
            <a:lvl7pPr algn="l">
              <a:defRPr sz="1125" b="1">
                <a:solidFill>
                  <a:srgbClr val="BBD2C5"/>
                </a:solidFill>
              </a:defRPr>
            </a:lvl7pPr>
            <a:lvl8pPr algn="l">
              <a:defRPr sz="1125" b="1">
                <a:solidFill>
                  <a:srgbClr val="BBD2C5"/>
                </a:solidFill>
              </a:defRPr>
            </a:lvl8pPr>
            <a:lvl9pPr algn="l">
              <a:defRPr sz="1125" b="1">
                <a:solidFill>
                  <a:srgbClr val="BBD2C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BD2C5"/>
                </a:solidFill>
              </a:defRPr>
            </a:pPr>
            <a:r>
              <a:rPr sz="1125" b="1">
                <a:solidFill>
                  <a:srgbClr val="BBD2C5"/>
                </a:solidFill>
              </a:rPr>
              <a:t>WEB DEVELOPMENT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10C4-E8CB-45A1-B1BF-5F6438A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2400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</a:defRPr>
            </a:defPPr>
            <a:lvl1pPr algn="l">
              <a:defRPr sz="4200" b="1">
                <a:solidFill>
                  <a:srgbClr val="FFFFFF"/>
                </a:solidFill>
              </a:defRPr>
            </a:lvl1pPr>
            <a:lvl2pPr algn="l">
              <a:defRPr sz="4200" b="1">
                <a:solidFill>
                  <a:srgbClr val="FFFFFF"/>
                </a:solidFill>
              </a:defRPr>
            </a:lvl2pPr>
            <a:lvl3pPr algn="l">
              <a:defRPr sz="4200" b="1">
                <a:solidFill>
                  <a:srgbClr val="FFFFFF"/>
                </a:solidFill>
              </a:defRPr>
            </a:lvl3pPr>
            <a:lvl4pPr algn="l">
              <a:defRPr sz="4200" b="1">
                <a:solidFill>
                  <a:srgbClr val="FFFFFF"/>
                </a:solidFill>
              </a:defRPr>
            </a:lvl4pPr>
            <a:lvl5pPr algn="l">
              <a:defRPr sz="4200" b="1">
                <a:solidFill>
                  <a:srgbClr val="FFFFFF"/>
                </a:solidFill>
              </a:defRPr>
            </a:lvl5pPr>
            <a:lvl6pPr algn="l">
              <a:defRPr sz="4200" b="1">
                <a:solidFill>
                  <a:srgbClr val="FFFFFF"/>
                </a:solidFill>
              </a:defRPr>
            </a:lvl6pPr>
            <a:lvl7pPr algn="l">
              <a:defRPr sz="4200" b="1">
                <a:solidFill>
                  <a:srgbClr val="FFFFFF"/>
                </a:solidFill>
              </a:defRPr>
            </a:lvl7pPr>
            <a:lvl8pPr algn="l">
              <a:defRPr sz="4200" b="1">
                <a:solidFill>
                  <a:srgbClr val="FFFFFF"/>
                </a:solidFill>
              </a:defRPr>
            </a:lvl8pPr>
            <a:lvl9pPr algn="l"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城市空气质量监测看板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412B4-B89A-4CE0-8B5D-67428986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D8E6DE"/>
                </a:solidFill>
              </a:defRPr>
            </a:defPPr>
            <a:lvl1pPr algn="l">
              <a:defRPr sz="1875" b="1">
                <a:solidFill>
                  <a:srgbClr val="D8E6DE"/>
                </a:solidFill>
              </a:defRPr>
            </a:lvl1pPr>
            <a:lvl2pPr algn="l">
              <a:defRPr sz="1875" b="1">
                <a:solidFill>
                  <a:srgbClr val="D8E6DE"/>
                </a:solidFill>
              </a:defRPr>
            </a:lvl2pPr>
            <a:lvl3pPr algn="l">
              <a:defRPr sz="1875" b="1">
                <a:solidFill>
                  <a:srgbClr val="D8E6DE"/>
                </a:solidFill>
              </a:defRPr>
            </a:lvl3pPr>
            <a:lvl4pPr algn="l">
              <a:defRPr sz="1875" b="1">
                <a:solidFill>
                  <a:srgbClr val="D8E6DE"/>
                </a:solidFill>
              </a:defRPr>
            </a:lvl4pPr>
            <a:lvl5pPr algn="l">
              <a:defRPr sz="1875" b="1">
                <a:solidFill>
                  <a:srgbClr val="D8E6DE"/>
                </a:solidFill>
              </a:defRPr>
            </a:lvl5pPr>
            <a:lvl6pPr algn="l">
              <a:defRPr sz="1875" b="1">
                <a:solidFill>
                  <a:srgbClr val="D8E6DE"/>
                </a:solidFill>
              </a:defRPr>
            </a:lvl6pPr>
            <a:lvl7pPr algn="l">
              <a:defRPr sz="1875" b="1">
                <a:solidFill>
                  <a:srgbClr val="D8E6DE"/>
                </a:solidFill>
              </a:defRPr>
            </a:lvl7pPr>
            <a:lvl8pPr algn="l">
              <a:defRPr sz="1875" b="1">
                <a:solidFill>
                  <a:srgbClr val="D8E6DE"/>
                </a:solidFill>
              </a:defRPr>
            </a:lvl8pPr>
            <a:lvl9pPr algn="l">
              <a:defRPr sz="1875" b="1">
                <a:solidFill>
                  <a:srgbClr val="D8E6D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E6DE"/>
                </a:solidFill>
              </a:defRPr>
            </a:pPr>
            <a:r>
              <a:rPr sz="1875" b="1">
                <a:solidFill>
                  <a:srgbClr val="D8E6DE"/>
                </a:solidFill>
              </a:rPr>
              <a:t>用可复现的模拟数据完成采集、存储、接口与可视化闭环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2E466-6165-43A4-AC2A-A69205BF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13400-C978-44E3-AD2A-799ED261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第9组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B0B0A-7501-4554-BC41-64BCD0D7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DCE8E1"/>
                </a:solidFill>
              </a:defRPr>
            </a:defPPr>
            <a:lvl1pPr algn="l">
              <a:defRPr sz="1350" b="0">
                <a:solidFill>
                  <a:srgbClr val="DCE8E1"/>
                </a:solidFill>
              </a:defRPr>
            </a:lvl1pPr>
            <a:lvl2pPr algn="l">
              <a:defRPr sz="1350" b="0">
                <a:solidFill>
                  <a:srgbClr val="DCE8E1"/>
                </a:solidFill>
              </a:defRPr>
            </a:lvl2pPr>
            <a:lvl3pPr algn="l">
              <a:defRPr sz="1350" b="0">
                <a:solidFill>
                  <a:srgbClr val="DCE8E1"/>
                </a:solidFill>
              </a:defRPr>
            </a:lvl3pPr>
            <a:lvl4pPr algn="l">
              <a:defRPr sz="1350" b="0">
                <a:solidFill>
                  <a:srgbClr val="DCE8E1"/>
                </a:solidFill>
              </a:defRPr>
            </a:lvl4pPr>
            <a:lvl5pPr algn="l">
              <a:defRPr sz="1350" b="0">
                <a:solidFill>
                  <a:srgbClr val="DCE8E1"/>
                </a:solidFill>
              </a:defRPr>
            </a:lvl5pPr>
            <a:lvl6pPr algn="l">
              <a:defRPr sz="1350" b="0">
                <a:solidFill>
                  <a:srgbClr val="DCE8E1"/>
                </a:solidFill>
              </a:defRPr>
            </a:lvl6pPr>
            <a:lvl7pPr algn="l">
              <a:defRPr sz="1350" b="0">
                <a:solidFill>
                  <a:srgbClr val="DCE8E1"/>
                </a:solidFill>
              </a:defRPr>
            </a:lvl7pPr>
            <a:lvl8pPr algn="l">
              <a:defRPr sz="1350" b="0">
                <a:solidFill>
                  <a:srgbClr val="DCE8E1"/>
                </a:solidFill>
              </a:defRPr>
            </a:lvl8pPr>
            <a:lvl9pPr algn="l">
              <a:defRPr sz="1350" b="0">
                <a:solidFill>
                  <a:srgbClr val="DCE8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CE8E1"/>
                </a:solidFill>
              </a:defRPr>
            </a:pPr>
            <a:r>
              <a:rPr sz="1350" b="0">
                <a:solidFill>
                  <a:srgbClr val="DCE8E1"/>
                </a:solidFill>
              </a:rPr>
              <a:t>钱沛桥  数据    卢浩  后端与整合    李梦琪  前端与展示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AFC6A-DC98-44D6-9250-87D3D461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BBD2C5"/>
                </a:solidFill>
              </a:defRPr>
            </a:defPPr>
            <a:lvl1pPr algn="l">
              <a:defRPr sz="1125" b="0">
                <a:solidFill>
                  <a:srgbClr val="BBD2C5"/>
                </a:solidFill>
              </a:defRPr>
            </a:lvl1pPr>
            <a:lvl2pPr algn="l">
              <a:defRPr sz="1125" b="0">
                <a:solidFill>
                  <a:srgbClr val="BBD2C5"/>
                </a:solidFill>
              </a:defRPr>
            </a:lvl2pPr>
            <a:lvl3pPr algn="l">
              <a:defRPr sz="1125" b="0">
                <a:solidFill>
                  <a:srgbClr val="BBD2C5"/>
                </a:solidFill>
              </a:defRPr>
            </a:lvl3pPr>
            <a:lvl4pPr algn="l">
              <a:defRPr sz="1125" b="0">
                <a:solidFill>
                  <a:srgbClr val="BBD2C5"/>
                </a:solidFill>
              </a:defRPr>
            </a:lvl4pPr>
            <a:lvl5pPr algn="l">
              <a:defRPr sz="1125" b="0">
                <a:solidFill>
                  <a:srgbClr val="BBD2C5"/>
                </a:solidFill>
              </a:defRPr>
            </a:lvl5pPr>
            <a:lvl6pPr algn="l">
              <a:defRPr sz="1125" b="0">
                <a:solidFill>
                  <a:srgbClr val="BBD2C5"/>
                </a:solidFill>
              </a:defRPr>
            </a:lvl6pPr>
            <a:lvl7pPr algn="l">
              <a:defRPr sz="1125" b="0">
                <a:solidFill>
                  <a:srgbClr val="BBD2C5"/>
                </a:solidFill>
              </a:defRPr>
            </a:lvl7pPr>
            <a:lvl8pPr algn="l">
              <a:defRPr sz="1125" b="0">
                <a:solidFill>
                  <a:srgbClr val="BBD2C5"/>
                </a:solidFill>
              </a:defRPr>
            </a:lvl8pPr>
            <a:lvl9pPr algn="l">
              <a:defRPr sz="1125" b="0">
                <a:solidFill>
                  <a:srgbClr val="BBD2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BD2C5"/>
                </a:solidFill>
              </a:defRPr>
            </a:pPr>
            <a:r>
              <a:rPr sz="1125" b="0">
                <a:solidFill>
                  <a:srgbClr val="BBD2C5"/>
                </a:solidFill>
              </a:rPr>
              <a:t>Oracle JDK 25 · Spring Boot 3.5.16 · MyBatis 3.0.5 · MySQL 8 · ECharts 5.5.1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BF0EB-C83E-4E56-988A-670254B8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38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50 城市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B1313-5263-4C80-BB57-9963865B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38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109550 条记录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D3786-E7A2-43E5-A4CB-FEACC055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48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BBD2C5"/>
                </a:solidFill>
              </a:defRPr>
            </a:defPPr>
            <a:lvl1pPr algn="ctr">
              <a:defRPr sz="1050" b="0">
                <a:solidFill>
                  <a:srgbClr val="BBD2C5"/>
                </a:solidFill>
              </a:defRPr>
            </a:lvl1pPr>
            <a:lvl2pPr algn="ctr">
              <a:defRPr sz="1050" b="0">
                <a:solidFill>
                  <a:srgbClr val="BBD2C5"/>
                </a:solidFill>
              </a:defRPr>
            </a:lvl2pPr>
            <a:lvl3pPr algn="ctr">
              <a:defRPr sz="1050" b="0">
                <a:solidFill>
                  <a:srgbClr val="BBD2C5"/>
                </a:solidFill>
              </a:defRPr>
            </a:lvl3pPr>
            <a:lvl4pPr algn="ctr">
              <a:defRPr sz="1050" b="0">
                <a:solidFill>
                  <a:srgbClr val="BBD2C5"/>
                </a:solidFill>
              </a:defRPr>
            </a:lvl4pPr>
            <a:lvl5pPr algn="ctr">
              <a:defRPr sz="1050" b="0">
                <a:solidFill>
                  <a:srgbClr val="BBD2C5"/>
                </a:solidFill>
              </a:defRPr>
            </a:lvl5pPr>
            <a:lvl6pPr algn="ctr">
              <a:defRPr sz="1050" b="0">
                <a:solidFill>
                  <a:srgbClr val="BBD2C5"/>
                </a:solidFill>
              </a:defRPr>
            </a:lvl6pPr>
            <a:lvl7pPr algn="ctr">
              <a:defRPr sz="1050" b="0">
                <a:solidFill>
                  <a:srgbClr val="BBD2C5"/>
                </a:solidFill>
              </a:defRPr>
            </a:lvl7pPr>
            <a:lvl8pPr algn="ctr">
              <a:defRPr sz="1050" b="0">
                <a:solidFill>
                  <a:srgbClr val="BBD2C5"/>
                </a:solidFill>
              </a:defRPr>
            </a:lvl8pPr>
            <a:lvl9pPr algn="ctr">
              <a:defRPr sz="1050" b="0">
                <a:solidFill>
                  <a:srgbClr val="BBD2C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BBD2C5"/>
                </a:solidFill>
              </a:defRPr>
            </a:pPr>
            <a:r>
              <a:rPr sz="1050" b="0">
                <a:solidFill>
                  <a:srgbClr val="BBD2C5"/>
                </a:solidFill>
              </a:rPr>
              <a:t>8 个 API · 6 个 KPI · 5 类图表</a:t>
            </a:r>
          </a:p>
        </p:txBody>
      </p:sp>
    </p:spTree>
    <p:extLst>
      <p:ext uri="{BB962C8B-B14F-4D97-AF65-F5344CB8AC3E}">
        <p14:creationId xmlns:p14="http://schemas.microsoft.com/office/powerpoint/2010/main" val="999944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1CAB9D-6CAB-409F-834C-7A588BA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7221F"/>
                </a:solidFill>
              </a:defRPr>
            </a:defPPr>
            <a:lvl1pPr algn="l">
              <a:defRPr sz="2550" b="1">
                <a:solidFill>
                  <a:srgbClr val="17221F"/>
                </a:solidFill>
              </a:defRPr>
            </a:lvl1pPr>
            <a:lvl2pPr algn="l">
              <a:defRPr sz="2550" b="1">
                <a:solidFill>
                  <a:srgbClr val="17221F"/>
                </a:solidFill>
              </a:defRPr>
            </a:lvl2pPr>
            <a:lvl3pPr algn="l">
              <a:defRPr sz="2550" b="1">
                <a:solidFill>
                  <a:srgbClr val="17221F"/>
                </a:solidFill>
              </a:defRPr>
            </a:lvl3pPr>
            <a:lvl4pPr algn="l">
              <a:defRPr sz="2550" b="1">
                <a:solidFill>
                  <a:srgbClr val="17221F"/>
                </a:solidFill>
              </a:defRPr>
            </a:lvl4pPr>
            <a:lvl5pPr algn="l">
              <a:defRPr sz="2550" b="1">
                <a:solidFill>
                  <a:srgbClr val="17221F"/>
                </a:solidFill>
              </a:defRPr>
            </a:lvl5pPr>
            <a:lvl6pPr algn="l">
              <a:defRPr sz="2550" b="1">
                <a:solidFill>
                  <a:srgbClr val="17221F"/>
                </a:solidFill>
              </a:defRPr>
            </a:lvl6pPr>
            <a:lvl7pPr algn="l">
              <a:defRPr sz="2550" b="1">
                <a:solidFill>
                  <a:srgbClr val="17221F"/>
                </a:solidFill>
              </a:defRPr>
            </a:lvl7pPr>
            <a:lvl8pPr algn="l">
              <a:defRPr sz="2550" b="1">
                <a:solidFill>
                  <a:srgbClr val="17221F"/>
                </a:solidFill>
              </a:defRPr>
            </a:lvl8pPr>
            <a:lvl9pPr algn="l">
              <a:defRPr sz="25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21F"/>
                </a:solidFill>
              </a:defRPr>
            </a:pPr>
            <a:r>
              <a:rPr sz="2550" b="1">
                <a:solidFill>
                  <a:srgbClr val="17221F"/>
                </a:solidFill>
              </a:rPr>
              <a:t>现实背景与选题原因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9D4F3-7299-4F6E-826D-9099A1EF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空气质量数据同时具有时间变化、城市差异和等级分布，适合完整展示 Web 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D0D58-BCEE-41B5-B416-F2890E37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1F9278"/>
                </a:solidFill>
              </a:defRPr>
            </a:defPPr>
            <a:lvl1pPr algn="r">
              <a:defRPr sz="1200" b="1">
                <a:solidFill>
                  <a:srgbClr val="1F9278"/>
                </a:solidFill>
              </a:defRPr>
            </a:lvl1pPr>
            <a:lvl2pPr algn="r">
              <a:defRPr sz="1200" b="1">
                <a:solidFill>
                  <a:srgbClr val="1F9278"/>
                </a:solidFill>
              </a:defRPr>
            </a:lvl2pPr>
            <a:lvl3pPr algn="r">
              <a:defRPr sz="1200" b="1">
                <a:solidFill>
                  <a:srgbClr val="1F9278"/>
                </a:solidFill>
              </a:defRPr>
            </a:lvl3pPr>
            <a:lvl4pPr algn="r">
              <a:defRPr sz="1200" b="1">
                <a:solidFill>
                  <a:srgbClr val="1F9278"/>
                </a:solidFill>
              </a:defRPr>
            </a:lvl4pPr>
            <a:lvl5pPr algn="r">
              <a:defRPr sz="1200" b="1">
                <a:solidFill>
                  <a:srgbClr val="1F9278"/>
                </a:solidFill>
              </a:defRPr>
            </a:lvl5pPr>
            <a:lvl6pPr algn="r">
              <a:defRPr sz="1200" b="1">
                <a:solidFill>
                  <a:srgbClr val="1F9278"/>
                </a:solidFill>
              </a:defRPr>
            </a:lvl6pPr>
            <a:lvl7pPr algn="r">
              <a:defRPr sz="1200" b="1">
                <a:solidFill>
                  <a:srgbClr val="1F9278"/>
                </a:solidFill>
              </a:defRPr>
            </a:lvl7pPr>
            <a:lvl8pPr algn="r">
              <a:defRPr sz="1200" b="1">
                <a:solidFill>
                  <a:srgbClr val="1F9278"/>
                </a:solidFill>
              </a:defRPr>
            </a:lvl8pPr>
            <a:lvl9pPr algn="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00D63-29FF-4107-A097-850E9325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9F64A-DEBF-42F6-AAD4-BCCDC80C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55A4A"/>
                </a:solidFill>
              </a:defRPr>
            </a:defPPr>
            <a:lvl1pPr algn="l">
              <a:defRPr sz="1650" b="1">
                <a:solidFill>
                  <a:srgbClr val="155A4A"/>
                </a:solidFill>
              </a:defRPr>
            </a:lvl1pPr>
            <a:lvl2pPr algn="l">
              <a:defRPr sz="1650" b="1">
                <a:solidFill>
                  <a:srgbClr val="155A4A"/>
                </a:solidFill>
              </a:defRPr>
            </a:lvl2pPr>
            <a:lvl3pPr algn="l">
              <a:defRPr sz="1650" b="1">
                <a:solidFill>
                  <a:srgbClr val="155A4A"/>
                </a:solidFill>
              </a:defRPr>
            </a:lvl3pPr>
            <a:lvl4pPr algn="l">
              <a:defRPr sz="1650" b="1">
                <a:solidFill>
                  <a:srgbClr val="155A4A"/>
                </a:solidFill>
              </a:defRPr>
            </a:lvl4pPr>
            <a:lvl5pPr algn="l">
              <a:defRPr sz="1650" b="1">
                <a:solidFill>
                  <a:srgbClr val="155A4A"/>
                </a:solidFill>
              </a:defRPr>
            </a:lvl5pPr>
            <a:lvl6pPr algn="l">
              <a:defRPr sz="1650" b="1">
                <a:solidFill>
                  <a:srgbClr val="155A4A"/>
                </a:solidFill>
              </a:defRPr>
            </a:lvl6pPr>
            <a:lvl7pPr algn="l">
              <a:defRPr sz="1650" b="1">
                <a:solidFill>
                  <a:srgbClr val="155A4A"/>
                </a:solidFill>
              </a:defRPr>
            </a:lvl7pPr>
            <a:lvl8pPr algn="l">
              <a:defRPr sz="1650" b="1">
                <a:solidFill>
                  <a:srgbClr val="155A4A"/>
                </a:solidFill>
              </a:defRPr>
            </a:lvl8pPr>
            <a:lvl9pPr algn="l">
              <a:defRPr sz="1650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5A4A"/>
                </a:solidFill>
              </a:defRPr>
            </a:pPr>
            <a:r>
              <a:rPr sz="1650" b="1">
                <a:solidFill>
                  <a:srgbClr val="155A4A"/>
                </a:solidFill>
              </a:rPr>
              <a:t>为什么选择这个项目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E668C-3952-48E9-B0FF-010067A0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F9278"/>
                </a:solidFill>
              </a:defRPr>
            </a:defPPr>
            <a:lvl1pPr algn="l">
              <a:defRPr sz="1050" b="1">
                <a:solidFill>
                  <a:srgbClr val="1F9278"/>
                </a:solidFill>
              </a:defRPr>
            </a:lvl1pPr>
            <a:lvl2pPr algn="l">
              <a:defRPr sz="1050" b="1">
                <a:solidFill>
                  <a:srgbClr val="1F9278"/>
                </a:solidFill>
              </a:defRPr>
            </a:lvl2pPr>
            <a:lvl3pPr algn="l">
              <a:defRPr sz="1050" b="1">
                <a:solidFill>
                  <a:srgbClr val="1F9278"/>
                </a:solidFill>
              </a:defRPr>
            </a:lvl3pPr>
            <a:lvl4pPr algn="l">
              <a:defRPr sz="1050" b="1">
                <a:solidFill>
                  <a:srgbClr val="1F9278"/>
                </a:solidFill>
              </a:defRPr>
            </a:lvl4pPr>
            <a:lvl5pPr algn="l">
              <a:defRPr sz="1050" b="1">
                <a:solidFill>
                  <a:srgbClr val="1F9278"/>
                </a:solidFill>
              </a:defRPr>
            </a:lvl5pPr>
            <a:lvl6pPr algn="l">
              <a:defRPr sz="1050" b="1">
                <a:solidFill>
                  <a:srgbClr val="1F9278"/>
                </a:solidFill>
              </a:defRPr>
            </a:lvl6pPr>
            <a:lvl7pPr algn="l">
              <a:defRPr sz="1050" b="1">
                <a:solidFill>
                  <a:srgbClr val="1F9278"/>
                </a:solidFill>
              </a:defRPr>
            </a:lvl7pPr>
            <a:lvl8pPr algn="l">
              <a:defRPr sz="1050" b="1">
                <a:solidFill>
                  <a:srgbClr val="1F9278"/>
                </a:solidFill>
              </a:defRPr>
            </a:lvl8pPr>
            <a:lvl9pPr algn="l">
              <a:defRPr sz="10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9278"/>
                </a:solidFill>
              </a:defRPr>
            </a:pPr>
            <a:r>
              <a:rPr sz="1050" b="1">
                <a:solidFill>
                  <a:srgbClr val="1F927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EC5AA-9CD8-42FA-947F-27D02F5A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普通表格难以快速比较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24A90-447B-4690-9247-FD8FE2A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288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数据同时包含日期、城市、污染物和质量等级。单独看明细很难发现趋势与城市差异。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0B783-F054-4B0D-BEA7-64F3752F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E7FA6"/>
                </a:solidFill>
              </a:defRPr>
            </a:defPPr>
            <a:lvl1pPr algn="l">
              <a:defRPr sz="1050" b="1">
                <a:solidFill>
                  <a:srgbClr val="3E7FA6"/>
                </a:solidFill>
              </a:defRPr>
            </a:lvl1pPr>
            <a:lvl2pPr algn="l">
              <a:defRPr sz="1050" b="1">
                <a:solidFill>
                  <a:srgbClr val="3E7FA6"/>
                </a:solidFill>
              </a:defRPr>
            </a:lvl2pPr>
            <a:lvl3pPr algn="l">
              <a:defRPr sz="1050" b="1">
                <a:solidFill>
                  <a:srgbClr val="3E7FA6"/>
                </a:solidFill>
              </a:defRPr>
            </a:lvl3pPr>
            <a:lvl4pPr algn="l">
              <a:defRPr sz="1050" b="1">
                <a:solidFill>
                  <a:srgbClr val="3E7FA6"/>
                </a:solidFill>
              </a:defRPr>
            </a:lvl4pPr>
            <a:lvl5pPr algn="l">
              <a:defRPr sz="1050" b="1">
                <a:solidFill>
                  <a:srgbClr val="3E7FA6"/>
                </a:solidFill>
              </a:defRPr>
            </a:lvl5pPr>
            <a:lvl6pPr algn="l">
              <a:defRPr sz="1050" b="1">
                <a:solidFill>
                  <a:srgbClr val="3E7FA6"/>
                </a:solidFill>
              </a:defRPr>
            </a:lvl6pPr>
            <a:lvl7pPr algn="l">
              <a:defRPr sz="1050" b="1">
                <a:solidFill>
                  <a:srgbClr val="3E7FA6"/>
                </a:solidFill>
              </a:defRPr>
            </a:lvl7pPr>
            <a:lvl8pPr algn="l">
              <a:defRPr sz="1050" b="1">
                <a:solidFill>
                  <a:srgbClr val="3E7FA6"/>
                </a:solidFill>
              </a:defRPr>
            </a:lvl8pPr>
            <a:lvl9pPr algn="l">
              <a:defRPr sz="1050" b="1">
                <a:solidFill>
                  <a:srgbClr val="3E7FA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E7FA6"/>
                </a:solidFill>
              </a:defRPr>
            </a:pPr>
            <a:r>
              <a:rPr sz="1050" b="1">
                <a:solidFill>
                  <a:srgbClr val="3E7FA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AEF9D-CD4B-40DC-8582-EAC2CD8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看板适合现场演示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82F43-FBD3-4018-BA0A-8DF8089D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用户改变城市、日期或指标后，前端重新请求后端，KPI、图表和明细数据同步更新。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855CC-22A0-41C7-BBAF-6608970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D89D2E"/>
                </a:solidFill>
              </a:defRPr>
            </a:defPPr>
            <a:lvl1pPr algn="l">
              <a:defRPr sz="1050" b="1">
                <a:solidFill>
                  <a:srgbClr val="D89D2E"/>
                </a:solidFill>
              </a:defRPr>
            </a:lvl1pPr>
            <a:lvl2pPr algn="l">
              <a:defRPr sz="1050" b="1">
                <a:solidFill>
                  <a:srgbClr val="D89D2E"/>
                </a:solidFill>
              </a:defRPr>
            </a:lvl2pPr>
            <a:lvl3pPr algn="l">
              <a:defRPr sz="1050" b="1">
                <a:solidFill>
                  <a:srgbClr val="D89D2E"/>
                </a:solidFill>
              </a:defRPr>
            </a:lvl3pPr>
            <a:lvl4pPr algn="l">
              <a:defRPr sz="1050" b="1">
                <a:solidFill>
                  <a:srgbClr val="D89D2E"/>
                </a:solidFill>
              </a:defRPr>
            </a:lvl4pPr>
            <a:lvl5pPr algn="l">
              <a:defRPr sz="1050" b="1">
                <a:solidFill>
                  <a:srgbClr val="D89D2E"/>
                </a:solidFill>
              </a:defRPr>
            </a:lvl5pPr>
            <a:lvl6pPr algn="l">
              <a:defRPr sz="1050" b="1">
                <a:solidFill>
                  <a:srgbClr val="D89D2E"/>
                </a:solidFill>
              </a:defRPr>
            </a:lvl6pPr>
            <a:lvl7pPr algn="l">
              <a:defRPr sz="1050" b="1">
                <a:solidFill>
                  <a:srgbClr val="D89D2E"/>
                </a:solidFill>
              </a:defRPr>
            </a:lvl7pPr>
            <a:lvl8pPr algn="l">
              <a:defRPr sz="1050" b="1">
                <a:solidFill>
                  <a:srgbClr val="D89D2E"/>
                </a:solidFill>
              </a:defRPr>
            </a:lvl8pPr>
            <a:lvl9pPr algn="l">
              <a:defRPr sz="1050" b="1">
                <a:solidFill>
                  <a:srgbClr val="D89D2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9D2E"/>
                </a:solidFill>
              </a:defRPr>
            </a:pPr>
            <a:r>
              <a:rPr sz="1050" b="1">
                <a:solidFill>
                  <a:srgbClr val="D89D2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674A6-1DD4-4C7F-9338-7A9BA707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覆盖课程核心内容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725BB-6364-4A92-94A2-C280130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项目同时体现 HTML/CSS/JavaScript、数据库、MyBatis、REST API、测试、Git 和 AI 协作。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7D6A0-E175-4C28-82D3-B1582DD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029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65401-555F-4120-9CB4-ADA2FDFD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21F"/>
                </a:solidFill>
              </a:defRPr>
            </a:defPPr>
            <a:lvl1pPr algn="l">
              <a:defRPr sz="1650" b="1">
                <a:solidFill>
                  <a:srgbClr val="17221F"/>
                </a:solidFill>
              </a:defRPr>
            </a:lvl1pPr>
            <a:lvl2pPr algn="l">
              <a:defRPr sz="1650" b="1">
                <a:solidFill>
                  <a:srgbClr val="17221F"/>
                </a:solidFill>
              </a:defRPr>
            </a:lvl2pPr>
            <a:lvl3pPr algn="l">
              <a:defRPr sz="1650" b="1">
                <a:solidFill>
                  <a:srgbClr val="17221F"/>
                </a:solidFill>
              </a:defRPr>
            </a:lvl3pPr>
            <a:lvl4pPr algn="l">
              <a:defRPr sz="1650" b="1">
                <a:solidFill>
                  <a:srgbClr val="17221F"/>
                </a:solidFill>
              </a:defRPr>
            </a:lvl4pPr>
            <a:lvl5pPr algn="l">
              <a:defRPr sz="1650" b="1">
                <a:solidFill>
                  <a:srgbClr val="17221F"/>
                </a:solidFill>
              </a:defRPr>
            </a:lvl5pPr>
            <a:lvl6pPr algn="l">
              <a:defRPr sz="1650" b="1">
                <a:solidFill>
                  <a:srgbClr val="17221F"/>
                </a:solidFill>
              </a:defRPr>
            </a:lvl6pPr>
            <a:lvl7pPr algn="l">
              <a:defRPr sz="1650" b="1">
                <a:solidFill>
                  <a:srgbClr val="17221F"/>
                </a:solidFill>
              </a:defRPr>
            </a:lvl7pPr>
            <a:lvl8pPr algn="l">
              <a:defRPr sz="1650" b="1">
                <a:solidFill>
                  <a:srgbClr val="17221F"/>
                </a:solidFill>
              </a:defRPr>
            </a:lvl8pPr>
            <a:lvl9pPr algn="l">
              <a:defRPr sz="16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21F"/>
                </a:solidFill>
              </a:defRPr>
            </a:pPr>
            <a:r>
              <a:rPr sz="1650" b="1">
                <a:solidFill>
                  <a:srgbClr val="17221F"/>
                </a:solidFill>
              </a:rPr>
              <a:t>用户实际操作路径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EAB04-E7C5-4722-A040-E4FD9327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6C52B-65F3-4C4E-AE71-CE6A5F4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F9278"/>
                </a:solidFill>
              </a:defRPr>
            </a:defPPr>
            <a:lvl1pPr algn="ctr">
              <a:defRPr sz="1200" b="1">
                <a:solidFill>
                  <a:srgbClr val="1F9278"/>
                </a:solidFill>
              </a:defRPr>
            </a:lvl1pPr>
            <a:lvl2pPr algn="ctr">
              <a:defRPr sz="1200" b="1">
                <a:solidFill>
                  <a:srgbClr val="1F9278"/>
                </a:solidFill>
              </a:defRPr>
            </a:lvl2pPr>
            <a:lvl3pPr algn="ctr">
              <a:defRPr sz="1200" b="1">
                <a:solidFill>
                  <a:srgbClr val="1F9278"/>
                </a:solidFill>
              </a:defRPr>
            </a:lvl3pPr>
            <a:lvl4pPr algn="ctr">
              <a:defRPr sz="1200" b="1">
                <a:solidFill>
                  <a:srgbClr val="1F9278"/>
                </a:solidFill>
              </a:defRPr>
            </a:lvl4pPr>
            <a:lvl5pPr algn="ctr">
              <a:defRPr sz="1200" b="1">
                <a:solidFill>
                  <a:srgbClr val="1F9278"/>
                </a:solidFill>
              </a:defRPr>
            </a:lvl5pPr>
            <a:lvl6pPr algn="ctr">
              <a:defRPr sz="1200" b="1">
                <a:solidFill>
                  <a:srgbClr val="1F9278"/>
                </a:solidFill>
              </a:defRPr>
            </a:lvl6pPr>
            <a:lvl7pPr algn="ctr">
              <a:defRPr sz="1200" b="1">
                <a:solidFill>
                  <a:srgbClr val="1F9278"/>
                </a:solidFill>
              </a:defRPr>
            </a:lvl7pPr>
            <a:lvl8pPr algn="ctr">
              <a:defRPr sz="1200" b="1">
                <a:solidFill>
                  <a:srgbClr val="1F9278"/>
                </a:solidFill>
              </a:defRPr>
            </a:lvl8pPr>
            <a:lvl9pPr algn="ct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A7BD2-A624-4A26-986A-3AE0057E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479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7221F"/>
                </a:solidFill>
              </a:defRPr>
            </a:defPPr>
            <a:lvl1pPr algn="l">
              <a:defRPr sz="1350" b="0">
                <a:solidFill>
                  <a:srgbClr val="17221F"/>
                </a:solidFill>
              </a:defRPr>
            </a:lvl1pPr>
            <a:lvl2pPr algn="l">
              <a:defRPr sz="1350" b="0">
                <a:solidFill>
                  <a:srgbClr val="17221F"/>
                </a:solidFill>
              </a:defRPr>
            </a:lvl2pPr>
            <a:lvl3pPr algn="l">
              <a:defRPr sz="1350" b="0">
                <a:solidFill>
                  <a:srgbClr val="17221F"/>
                </a:solidFill>
              </a:defRPr>
            </a:lvl3pPr>
            <a:lvl4pPr algn="l">
              <a:defRPr sz="1350" b="0">
                <a:solidFill>
                  <a:srgbClr val="17221F"/>
                </a:solidFill>
              </a:defRPr>
            </a:lvl4pPr>
            <a:lvl5pPr algn="l">
              <a:defRPr sz="1350" b="0">
                <a:solidFill>
                  <a:srgbClr val="17221F"/>
                </a:solidFill>
              </a:defRPr>
            </a:lvl5pPr>
            <a:lvl6pPr algn="l">
              <a:defRPr sz="1350" b="0">
                <a:solidFill>
                  <a:srgbClr val="17221F"/>
                </a:solidFill>
              </a:defRPr>
            </a:lvl6pPr>
            <a:lvl7pPr algn="l">
              <a:defRPr sz="1350" b="0">
                <a:solidFill>
                  <a:srgbClr val="17221F"/>
                </a:solidFill>
              </a:defRPr>
            </a:lvl7pPr>
            <a:lvl8pPr algn="l">
              <a:defRPr sz="1350" b="0">
                <a:solidFill>
                  <a:srgbClr val="17221F"/>
                </a:solidFill>
              </a:defRPr>
            </a:lvl8pPr>
            <a:lvl9pPr algn="l">
              <a:defRPr sz="1350" b="0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21F"/>
                </a:solidFill>
              </a:defRPr>
            </a:pPr>
            <a:r>
              <a:rPr sz="1350" b="0">
                <a:solidFill>
                  <a:srgbClr val="17221F"/>
                </a:solidFill>
              </a:rPr>
              <a:t>选择城市和日期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5CBB7-3E72-4568-99E4-4C20CC04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56E33-E0EC-4D17-93B8-7D4FDEB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F9278"/>
                </a:solidFill>
              </a:defRPr>
            </a:defPPr>
            <a:lvl1pPr algn="ctr">
              <a:defRPr sz="1200" b="1">
                <a:solidFill>
                  <a:srgbClr val="1F9278"/>
                </a:solidFill>
              </a:defRPr>
            </a:lvl1pPr>
            <a:lvl2pPr algn="ctr">
              <a:defRPr sz="1200" b="1">
                <a:solidFill>
                  <a:srgbClr val="1F9278"/>
                </a:solidFill>
              </a:defRPr>
            </a:lvl2pPr>
            <a:lvl3pPr algn="ctr">
              <a:defRPr sz="1200" b="1">
                <a:solidFill>
                  <a:srgbClr val="1F9278"/>
                </a:solidFill>
              </a:defRPr>
            </a:lvl3pPr>
            <a:lvl4pPr algn="ctr">
              <a:defRPr sz="1200" b="1">
                <a:solidFill>
                  <a:srgbClr val="1F9278"/>
                </a:solidFill>
              </a:defRPr>
            </a:lvl4pPr>
            <a:lvl5pPr algn="ctr">
              <a:defRPr sz="1200" b="1">
                <a:solidFill>
                  <a:srgbClr val="1F9278"/>
                </a:solidFill>
              </a:defRPr>
            </a:lvl5pPr>
            <a:lvl6pPr algn="ctr">
              <a:defRPr sz="1200" b="1">
                <a:solidFill>
                  <a:srgbClr val="1F9278"/>
                </a:solidFill>
              </a:defRPr>
            </a:lvl6pPr>
            <a:lvl7pPr algn="ctr">
              <a:defRPr sz="1200" b="1">
                <a:solidFill>
                  <a:srgbClr val="1F9278"/>
                </a:solidFill>
              </a:defRPr>
            </a:lvl7pPr>
            <a:lvl8pPr algn="ctr">
              <a:defRPr sz="1200" b="1">
                <a:solidFill>
                  <a:srgbClr val="1F9278"/>
                </a:solidFill>
              </a:defRPr>
            </a:lvl8pPr>
            <a:lvl9pPr algn="ct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59AF7-D0C5-45F9-BC0D-3A0FC338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956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7221F"/>
                </a:solidFill>
              </a:defRPr>
            </a:defPPr>
            <a:lvl1pPr algn="l">
              <a:defRPr sz="1350" b="0">
                <a:solidFill>
                  <a:srgbClr val="17221F"/>
                </a:solidFill>
              </a:defRPr>
            </a:lvl1pPr>
            <a:lvl2pPr algn="l">
              <a:defRPr sz="1350" b="0">
                <a:solidFill>
                  <a:srgbClr val="17221F"/>
                </a:solidFill>
              </a:defRPr>
            </a:lvl2pPr>
            <a:lvl3pPr algn="l">
              <a:defRPr sz="1350" b="0">
                <a:solidFill>
                  <a:srgbClr val="17221F"/>
                </a:solidFill>
              </a:defRPr>
            </a:lvl3pPr>
            <a:lvl4pPr algn="l">
              <a:defRPr sz="1350" b="0">
                <a:solidFill>
                  <a:srgbClr val="17221F"/>
                </a:solidFill>
              </a:defRPr>
            </a:lvl4pPr>
            <a:lvl5pPr algn="l">
              <a:defRPr sz="1350" b="0">
                <a:solidFill>
                  <a:srgbClr val="17221F"/>
                </a:solidFill>
              </a:defRPr>
            </a:lvl5pPr>
            <a:lvl6pPr algn="l">
              <a:defRPr sz="1350" b="0">
                <a:solidFill>
                  <a:srgbClr val="17221F"/>
                </a:solidFill>
              </a:defRPr>
            </a:lvl6pPr>
            <a:lvl7pPr algn="l">
              <a:defRPr sz="1350" b="0">
                <a:solidFill>
                  <a:srgbClr val="17221F"/>
                </a:solidFill>
              </a:defRPr>
            </a:lvl7pPr>
            <a:lvl8pPr algn="l">
              <a:defRPr sz="1350" b="0">
                <a:solidFill>
                  <a:srgbClr val="17221F"/>
                </a:solidFill>
              </a:defRPr>
            </a:lvl8pPr>
            <a:lvl9pPr algn="l">
              <a:defRPr sz="1350" b="0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21F"/>
                </a:solidFill>
              </a:defRPr>
            </a:pPr>
            <a:r>
              <a:rPr sz="1350" b="0">
                <a:solidFill>
                  <a:srgbClr val="17221F"/>
                </a:solidFill>
              </a:rPr>
              <a:t>切换 PM2.5 等指标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35FA7-7D3C-487D-84F6-0C0DC74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1A0DF-FFA4-48C9-8A64-3CB5A28C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624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F9278"/>
                </a:solidFill>
              </a:defRPr>
            </a:defPPr>
            <a:lvl1pPr algn="ctr">
              <a:defRPr sz="1200" b="1">
                <a:solidFill>
                  <a:srgbClr val="1F9278"/>
                </a:solidFill>
              </a:defRPr>
            </a:lvl1pPr>
            <a:lvl2pPr algn="ctr">
              <a:defRPr sz="1200" b="1">
                <a:solidFill>
                  <a:srgbClr val="1F9278"/>
                </a:solidFill>
              </a:defRPr>
            </a:lvl2pPr>
            <a:lvl3pPr algn="ctr">
              <a:defRPr sz="1200" b="1">
                <a:solidFill>
                  <a:srgbClr val="1F9278"/>
                </a:solidFill>
              </a:defRPr>
            </a:lvl3pPr>
            <a:lvl4pPr algn="ctr">
              <a:defRPr sz="1200" b="1">
                <a:solidFill>
                  <a:srgbClr val="1F9278"/>
                </a:solidFill>
              </a:defRPr>
            </a:lvl4pPr>
            <a:lvl5pPr algn="ctr">
              <a:defRPr sz="1200" b="1">
                <a:solidFill>
                  <a:srgbClr val="1F9278"/>
                </a:solidFill>
              </a:defRPr>
            </a:lvl5pPr>
            <a:lvl6pPr algn="ctr">
              <a:defRPr sz="1200" b="1">
                <a:solidFill>
                  <a:srgbClr val="1F9278"/>
                </a:solidFill>
              </a:defRPr>
            </a:lvl6pPr>
            <a:lvl7pPr algn="ctr">
              <a:defRPr sz="1200" b="1">
                <a:solidFill>
                  <a:srgbClr val="1F9278"/>
                </a:solidFill>
              </a:defRPr>
            </a:lvl7pPr>
            <a:lvl8pPr algn="ctr">
              <a:defRPr sz="1200" b="1">
                <a:solidFill>
                  <a:srgbClr val="1F9278"/>
                </a:solidFill>
              </a:defRPr>
            </a:lvl8pPr>
            <a:lvl9pPr algn="ct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D63B8-1354-4C93-B54D-AFE450C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43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21F"/>
                </a:solidFill>
              </a:defRPr>
            </a:defPPr>
            <a:lvl1pPr algn="l">
              <a:defRPr sz="1350" b="1">
                <a:solidFill>
                  <a:srgbClr val="17221F"/>
                </a:solidFill>
              </a:defRPr>
            </a:lvl1pPr>
            <a:lvl2pPr algn="l">
              <a:defRPr sz="1350" b="1">
                <a:solidFill>
                  <a:srgbClr val="17221F"/>
                </a:solidFill>
              </a:defRPr>
            </a:lvl2pPr>
            <a:lvl3pPr algn="l">
              <a:defRPr sz="1350" b="1">
                <a:solidFill>
                  <a:srgbClr val="17221F"/>
                </a:solidFill>
              </a:defRPr>
            </a:lvl3pPr>
            <a:lvl4pPr algn="l">
              <a:defRPr sz="1350" b="1">
                <a:solidFill>
                  <a:srgbClr val="17221F"/>
                </a:solidFill>
              </a:defRPr>
            </a:lvl4pPr>
            <a:lvl5pPr algn="l">
              <a:defRPr sz="1350" b="1">
                <a:solidFill>
                  <a:srgbClr val="17221F"/>
                </a:solidFill>
              </a:defRPr>
            </a:lvl5pPr>
            <a:lvl6pPr algn="l">
              <a:defRPr sz="1350" b="1">
                <a:solidFill>
                  <a:srgbClr val="17221F"/>
                </a:solidFill>
              </a:defRPr>
            </a:lvl6pPr>
            <a:lvl7pPr algn="l">
              <a:defRPr sz="1350" b="1">
                <a:solidFill>
                  <a:srgbClr val="17221F"/>
                </a:solidFill>
              </a:defRPr>
            </a:lvl7pPr>
            <a:lvl8pPr algn="l">
              <a:defRPr sz="1350" b="1">
                <a:solidFill>
                  <a:srgbClr val="17221F"/>
                </a:solidFill>
              </a:defRPr>
            </a:lvl8pPr>
            <a:lvl9pPr algn="l">
              <a:defRPr sz="13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21F"/>
                </a:solidFill>
              </a:defRPr>
            </a:pPr>
            <a:r>
              <a:rPr sz="1350" b="1">
                <a:solidFill>
                  <a:srgbClr val="17221F"/>
                </a:solidFill>
              </a:rPr>
              <a:t>查看 KPI 与五类图表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A3541-E174-4288-BE36-D07AD62B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32F1E-B7BB-4C12-BFDD-648E409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0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F9278"/>
                </a:solidFill>
              </a:defRPr>
            </a:defPPr>
            <a:lvl1pPr algn="ctr">
              <a:defRPr sz="1200" b="1">
                <a:solidFill>
                  <a:srgbClr val="1F9278"/>
                </a:solidFill>
              </a:defRPr>
            </a:lvl1pPr>
            <a:lvl2pPr algn="ctr">
              <a:defRPr sz="1200" b="1">
                <a:solidFill>
                  <a:srgbClr val="1F9278"/>
                </a:solidFill>
              </a:defRPr>
            </a:lvl2pPr>
            <a:lvl3pPr algn="ctr">
              <a:defRPr sz="1200" b="1">
                <a:solidFill>
                  <a:srgbClr val="1F9278"/>
                </a:solidFill>
              </a:defRPr>
            </a:lvl3pPr>
            <a:lvl4pPr algn="ctr">
              <a:defRPr sz="1200" b="1">
                <a:solidFill>
                  <a:srgbClr val="1F9278"/>
                </a:solidFill>
              </a:defRPr>
            </a:lvl4pPr>
            <a:lvl5pPr algn="ctr">
              <a:defRPr sz="1200" b="1">
                <a:solidFill>
                  <a:srgbClr val="1F9278"/>
                </a:solidFill>
              </a:defRPr>
            </a:lvl5pPr>
            <a:lvl6pPr algn="ctr">
              <a:defRPr sz="1200" b="1">
                <a:solidFill>
                  <a:srgbClr val="1F9278"/>
                </a:solidFill>
              </a:defRPr>
            </a:lvl6pPr>
            <a:lvl7pPr algn="ctr">
              <a:defRPr sz="1200" b="1">
                <a:solidFill>
                  <a:srgbClr val="1F9278"/>
                </a:solidFill>
              </a:defRPr>
            </a:lvl7pPr>
            <a:lvl8pPr algn="ctr">
              <a:defRPr sz="1200" b="1">
                <a:solidFill>
                  <a:srgbClr val="1F9278"/>
                </a:solidFill>
              </a:defRPr>
            </a:lvl8pPr>
            <a:lvl9pPr algn="ct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C7B93-B2FE-41AE-B35D-8969E45E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910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7221F"/>
                </a:solidFill>
              </a:defRPr>
            </a:defPPr>
            <a:lvl1pPr algn="l">
              <a:defRPr sz="1350" b="0">
                <a:solidFill>
                  <a:srgbClr val="17221F"/>
                </a:solidFill>
              </a:defRPr>
            </a:lvl1pPr>
            <a:lvl2pPr algn="l">
              <a:defRPr sz="1350" b="0">
                <a:solidFill>
                  <a:srgbClr val="17221F"/>
                </a:solidFill>
              </a:defRPr>
            </a:lvl2pPr>
            <a:lvl3pPr algn="l">
              <a:defRPr sz="1350" b="0">
                <a:solidFill>
                  <a:srgbClr val="17221F"/>
                </a:solidFill>
              </a:defRPr>
            </a:lvl3pPr>
            <a:lvl4pPr algn="l">
              <a:defRPr sz="1350" b="0">
                <a:solidFill>
                  <a:srgbClr val="17221F"/>
                </a:solidFill>
              </a:defRPr>
            </a:lvl4pPr>
            <a:lvl5pPr algn="l">
              <a:defRPr sz="1350" b="0">
                <a:solidFill>
                  <a:srgbClr val="17221F"/>
                </a:solidFill>
              </a:defRPr>
            </a:lvl5pPr>
            <a:lvl6pPr algn="l">
              <a:defRPr sz="1350" b="0">
                <a:solidFill>
                  <a:srgbClr val="17221F"/>
                </a:solidFill>
              </a:defRPr>
            </a:lvl6pPr>
            <a:lvl7pPr algn="l">
              <a:defRPr sz="1350" b="0">
                <a:solidFill>
                  <a:srgbClr val="17221F"/>
                </a:solidFill>
              </a:defRPr>
            </a:lvl7pPr>
            <a:lvl8pPr algn="l">
              <a:defRPr sz="1350" b="0">
                <a:solidFill>
                  <a:srgbClr val="17221F"/>
                </a:solidFill>
              </a:defRPr>
            </a:lvl8pPr>
            <a:lvl9pPr algn="l">
              <a:defRPr sz="1350" b="0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21F"/>
                </a:solidFill>
              </a:defRPr>
            </a:pPr>
            <a:r>
              <a:rPr sz="1350" b="0">
                <a:solidFill>
                  <a:srgbClr val="17221F"/>
                </a:solidFill>
              </a:rPr>
              <a:t>分页核对明细记录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2E4CF-923E-4184-A4E8-5FC324C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9938F"/>
                </a:solidFill>
              </a:defRPr>
            </a:defPPr>
            <a:lvl1pPr algn="l">
              <a:defRPr sz="750" b="0">
                <a:solidFill>
                  <a:srgbClr val="89938F"/>
                </a:solidFill>
              </a:defRPr>
            </a:lvl1pPr>
            <a:lvl2pPr algn="l">
              <a:defRPr sz="750" b="0">
                <a:solidFill>
                  <a:srgbClr val="89938F"/>
                </a:solidFill>
              </a:defRPr>
            </a:lvl2pPr>
            <a:lvl3pPr algn="l">
              <a:defRPr sz="750" b="0">
                <a:solidFill>
                  <a:srgbClr val="89938F"/>
                </a:solidFill>
              </a:defRPr>
            </a:lvl3pPr>
            <a:lvl4pPr algn="l">
              <a:defRPr sz="750" b="0">
                <a:solidFill>
                  <a:srgbClr val="89938F"/>
                </a:solidFill>
              </a:defRPr>
            </a:lvl4pPr>
            <a:lvl5pPr algn="l">
              <a:defRPr sz="750" b="0">
                <a:solidFill>
                  <a:srgbClr val="89938F"/>
                </a:solidFill>
              </a:defRPr>
            </a:lvl5pPr>
            <a:lvl6pPr algn="l">
              <a:defRPr sz="750" b="0">
                <a:solidFill>
                  <a:srgbClr val="89938F"/>
                </a:solidFill>
              </a:defRPr>
            </a:lvl6pPr>
            <a:lvl7pPr algn="l">
              <a:defRPr sz="750" b="0">
                <a:solidFill>
                  <a:srgbClr val="89938F"/>
                </a:solidFill>
              </a:defRPr>
            </a:lvl7pPr>
            <a:lvl8pPr algn="l">
              <a:defRPr sz="750" b="0">
                <a:solidFill>
                  <a:srgbClr val="89938F"/>
                </a:solidFill>
              </a:defRPr>
            </a:lvl8pPr>
            <a:lvl9pPr algn="l">
              <a:defRPr sz="750" b="0">
                <a:solidFill>
                  <a:srgbClr val="89938F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9938F"/>
                </a:solidFill>
              </a:defRPr>
            </a:pPr>
            <a:r>
              <a:rPr sz="750" b="0">
                <a:solidFill>
                  <a:srgbClr val="89938F"/>
                </a:solidFill>
              </a:rPr>
              <a:t>第9组  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371993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AB304-3C3C-4D54-B728-9E5F7B68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7221F"/>
                </a:solidFill>
              </a:defRPr>
            </a:defPPr>
            <a:lvl1pPr algn="l">
              <a:defRPr sz="2550" b="1">
                <a:solidFill>
                  <a:srgbClr val="17221F"/>
                </a:solidFill>
              </a:defRPr>
            </a:lvl1pPr>
            <a:lvl2pPr algn="l">
              <a:defRPr sz="2550" b="1">
                <a:solidFill>
                  <a:srgbClr val="17221F"/>
                </a:solidFill>
              </a:defRPr>
            </a:lvl2pPr>
            <a:lvl3pPr algn="l">
              <a:defRPr sz="2550" b="1">
                <a:solidFill>
                  <a:srgbClr val="17221F"/>
                </a:solidFill>
              </a:defRPr>
            </a:lvl3pPr>
            <a:lvl4pPr algn="l">
              <a:defRPr sz="2550" b="1">
                <a:solidFill>
                  <a:srgbClr val="17221F"/>
                </a:solidFill>
              </a:defRPr>
            </a:lvl4pPr>
            <a:lvl5pPr algn="l">
              <a:defRPr sz="2550" b="1">
                <a:solidFill>
                  <a:srgbClr val="17221F"/>
                </a:solidFill>
              </a:defRPr>
            </a:lvl5pPr>
            <a:lvl6pPr algn="l">
              <a:defRPr sz="2550" b="1">
                <a:solidFill>
                  <a:srgbClr val="17221F"/>
                </a:solidFill>
              </a:defRPr>
            </a:lvl6pPr>
            <a:lvl7pPr algn="l">
              <a:defRPr sz="2550" b="1">
                <a:solidFill>
                  <a:srgbClr val="17221F"/>
                </a:solidFill>
              </a:defRPr>
            </a:lvl7pPr>
            <a:lvl8pPr algn="l">
              <a:defRPr sz="2550" b="1">
                <a:solidFill>
                  <a:srgbClr val="17221F"/>
                </a:solidFill>
              </a:defRPr>
            </a:lvl8pPr>
            <a:lvl9pPr algn="l">
              <a:defRPr sz="25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21F"/>
                </a:solidFill>
              </a:defRPr>
            </a:pPr>
            <a:r>
              <a:rPr sz="2550" b="1">
                <a:solidFill>
                  <a:srgbClr val="17221F"/>
                </a:solidFill>
              </a:rPr>
              <a:t>数据来源、生成与清洗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E06D-3CE5-4070-BD07-ECEAB4BD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监测值为程序生成的教学演示数据，明确标注来源，不冒充真实监测站数据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0BFE9-8650-468E-A09C-477C70CE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1F9278"/>
                </a:solidFill>
              </a:defRPr>
            </a:defPPr>
            <a:lvl1pPr algn="r">
              <a:defRPr sz="1200" b="1">
                <a:solidFill>
                  <a:srgbClr val="1F9278"/>
                </a:solidFill>
              </a:defRPr>
            </a:lvl1pPr>
            <a:lvl2pPr algn="r">
              <a:defRPr sz="1200" b="1">
                <a:solidFill>
                  <a:srgbClr val="1F9278"/>
                </a:solidFill>
              </a:defRPr>
            </a:lvl2pPr>
            <a:lvl3pPr algn="r">
              <a:defRPr sz="1200" b="1">
                <a:solidFill>
                  <a:srgbClr val="1F9278"/>
                </a:solidFill>
              </a:defRPr>
            </a:lvl3pPr>
            <a:lvl4pPr algn="r">
              <a:defRPr sz="1200" b="1">
                <a:solidFill>
                  <a:srgbClr val="1F9278"/>
                </a:solidFill>
              </a:defRPr>
            </a:lvl4pPr>
            <a:lvl5pPr algn="r">
              <a:defRPr sz="1200" b="1">
                <a:solidFill>
                  <a:srgbClr val="1F9278"/>
                </a:solidFill>
              </a:defRPr>
            </a:lvl5pPr>
            <a:lvl6pPr algn="r">
              <a:defRPr sz="1200" b="1">
                <a:solidFill>
                  <a:srgbClr val="1F9278"/>
                </a:solidFill>
              </a:defRPr>
            </a:lvl6pPr>
            <a:lvl7pPr algn="r">
              <a:defRPr sz="1200" b="1">
                <a:solidFill>
                  <a:srgbClr val="1F9278"/>
                </a:solidFill>
              </a:defRPr>
            </a:lvl7pPr>
            <a:lvl8pPr algn="r">
              <a:defRPr sz="1200" b="1">
                <a:solidFill>
                  <a:srgbClr val="1F9278"/>
                </a:solidFill>
              </a:defRPr>
            </a:lvl8pPr>
            <a:lvl9pPr algn="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8267F-1379-4D0A-AAE7-BE63081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6E991-E2CE-40D7-8D25-1A2084B6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1">
                <a:solidFill>
                  <a:srgbClr val="1F9278"/>
                </a:solidFill>
              </a:defRPr>
            </a:defPPr>
            <a:lvl1pPr algn="l">
              <a:defRPr sz="4350" b="1">
                <a:solidFill>
                  <a:srgbClr val="1F9278"/>
                </a:solidFill>
              </a:defRPr>
            </a:lvl1pPr>
            <a:lvl2pPr algn="l">
              <a:defRPr sz="4350" b="1">
                <a:solidFill>
                  <a:srgbClr val="1F9278"/>
                </a:solidFill>
              </a:defRPr>
            </a:lvl2pPr>
            <a:lvl3pPr algn="l">
              <a:defRPr sz="4350" b="1">
                <a:solidFill>
                  <a:srgbClr val="1F9278"/>
                </a:solidFill>
              </a:defRPr>
            </a:lvl3pPr>
            <a:lvl4pPr algn="l">
              <a:defRPr sz="4350" b="1">
                <a:solidFill>
                  <a:srgbClr val="1F9278"/>
                </a:solidFill>
              </a:defRPr>
            </a:lvl4pPr>
            <a:lvl5pPr algn="l">
              <a:defRPr sz="4350" b="1">
                <a:solidFill>
                  <a:srgbClr val="1F9278"/>
                </a:solidFill>
              </a:defRPr>
            </a:lvl5pPr>
            <a:lvl6pPr algn="l">
              <a:defRPr sz="4350" b="1">
                <a:solidFill>
                  <a:srgbClr val="1F9278"/>
                </a:solidFill>
              </a:defRPr>
            </a:lvl6pPr>
            <a:lvl7pPr algn="l">
              <a:defRPr sz="4350" b="1">
                <a:solidFill>
                  <a:srgbClr val="1F9278"/>
                </a:solidFill>
              </a:defRPr>
            </a:lvl7pPr>
            <a:lvl8pPr algn="l">
              <a:defRPr sz="4350" b="1">
                <a:solidFill>
                  <a:srgbClr val="1F9278"/>
                </a:solidFill>
              </a:defRPr>
            </a:lvl8pPr>
            <a:lvl9pPr algn="l">
              <a:defRPr sz="43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F9278"/>
                </a:solidFill>
              </a:defRPr>
            </a:pPr>
            <a:r>
              <a:rPr sz="4350" b="1">
                <a:solidFill>
                  <a:srgbClr val="1F9278"/>
                </a:solidFill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2A0C8-08AB-4CE3-BA9B-8CE89522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16D"/>
                </a:solidFill>
              </a:defRPr>
            </a:defPPr>
            <a:lvl1pPr algn="l">
              <a:defRPr sz="1350" b="0">
                <a:solidFill>
                  <a:srgbClr val="66716D"/>
                </a:solidFill>
              </a:defRPr>
            </a:lvl1pPr>
            <a:lvl2pPr algn="l">
              <a:defRPr sz="1350" b="0">
                <a:solidFill>
                  <a:srgbClr val="66716D"/>
                </a:solidFill>
              </a:defRPr>
            </a:lvl2pPr>
            <a:lvl3pPr algn="l">
              <a:defRPr sz="1350" b="0">
                <a:solidFill>
                  <a:srgbClr val="66716D"/>
                </a:solidFill>
              </a:defRPr>
            </a:lvl3pPr>
            <a:lvl4pPr algn="l">
              <a:defRPr sz="1350" b="0">
                <a:solidFill>
                  <a:srgbClr val="66716D"/>
                </a:solidFill>
              </a:defRPr>
            </a:lvl4pPr>
            <a:lvl5pPr algn="l">
              <a:defRPr sz="1350" b="0">
                <a:solidFill>
                  <a:srgbClr val="66716D"/>
                </a:solidFill>
              </a:defRPr>
            </a:lvl5pPr>
            <a:lvl6pPr algn="l">
              <a:defRPr sz="1350" b="0">
                <a:solidFill>
                  <a:srgbClr val="66716D"/>
                </a:solidFill>
              </a:defRPr>
            </a:lvl6pPr>
            <a:lvl7pPr algn="l">
              <a:defRPr sz="1350" b="0">
                <a:solidFill>
                  <a:srgbClr val="66716D"/>
                </a:solidFill>
              </a:defRPr>
            </a:lvl7pPr>
            <a:lvl8pPr algn="l">
              <a:defRPr sz="1350" b="0">
                <a:solidFill>
                  <a:srgbClr val="66716D"/>
                </a:solidFill>
              </a:defRPr>
            </a:lvl8pPr>
            <a:lvl9pPr algn="l">
              <a:defRPr sz="13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16D"/>
                </a:solidFill>
              </a:defRPr>
            </a:pPr>
            <a:r>
              <a:rPr sz="1350" b="0">
                <a:solidFill>
                  <a:srgbClr val="66716D"/>
                </a:solidFill>
              </a:rPr>
              <a:t>个城市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0EC95-7004-4579-8074-3D416E92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764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000" b="1">
                <a:solidFill>
                  <a:srgbClr val="D7DFDB"/>
                </a:solidFill>
              </a:defRPr>
            </a:defPPr>
            <a:lvl1pPr algn="ctr">
              <a:defRPr sz="3000" b="1">
                <a:solidFill>
                  <a:srgbClr val="D7DFDB"/>
                </a:solidFill>
              </a:defRPr>
            </a:lvl1pPr>
            <a:lvl2pPr algn="ctr">
              <a:defRPr sz="3000" b="1">
                <a:solidFill>
                  <a:srgbClr val="D7DFDB"/>
                </a:solidFill>
              </a:defRPr>
            </a:lvl2pPr>
            <a:lvl3pPr algn="ctr">
              <a:defRPr sz="3000" b="1">
                <a:solidFill>
                  <a:srgbClr val="D7DFDB"/>
                </a:solidFill>
              </a:defRPr>
            </a:lvl3pPr>
            <a:lvl4pPr algn="ctr">
              <a:defRPr sz="3000" b="1">
                <a:solidFill>
                  <a:srgbClr val="D7DFDB"/>
                </a:solidFill>
              </a:defRPr>
            </a:lvl4pPr>
            <a:lvl5pPr algn="ctr">
              <a:defRPr sz="3000" b="1">
                <a:solidFill>
                  <a:srgbClr val="D7DFDB"/>
                </a:solidFill>
              </a:defRPr>
            </a:lvl5pPr>
            <a:lvl6pPr algn="ctr">
              <a:defRPr sz="3000" b="1">
                <a:solidFill>
                  <a:srgbClr val="D7DFDB"/>
                </a:solidFill>
              </a:defRPr>
            </a:lvl6pPr>
            <a:lvl7pPr algn="ctr">
              <a:defRPr sz="3000" b="1">
                <a:solidFill>
                  <a:srgbClr val="D7DFDB"/>
                </a:solidFill>
              </a:defRPr>
            </a:lvl7pPr>
            <a:lvl8pPr algn="ctr">
              <a:defRPr sz="3000" b="1">
                <a:solidFill>
                  <a:srgbClr val="D7DFDB"/>
                </a:solidFill>
              </a:defRPr>
            </a:lvl8pPr>
            <a:lvl9pPr algn="ctr">
              <a:defRPr sz="3000" b="1">
                <a:solidFill>
                  <a:srgbClr val="D7DFDB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D7DFDB"/>
                </a:solidFill>
              </a:defRPr>
            </a:pPr>
            <a:r>
              <a:rPr sz="3000" b="1">
                <a:solidFill>
                  <a:srgbClr val="D7DFDB"/>
                </a:solidFill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9CA82-4A7B-4326-ABCD-0D650DCE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1">
                <a:solidFill>
                  <a:srgbClr val="3E7FA6"/>
                </a:solidFill>
              </a:defRPr>
            </a:defPPr>
            <a:lvl1pPr algn="l">
              <a:defRPr sz="4350" b="1">
                <a:solidFill>
                  <a:srgbClr val="3E7FA6"/>
                </a:solidFill>
              </a:defRPr>
            </a:lvl1pPr>
            <a:lvl2pPr algn="l">
              <a:defRPr sz="4350" b="1">
                <a:solidFill>
                  <a:srgbClr val="3E7FA6"/>
                </a:solidFill>
              </a:defRPr>
            </a:lvl2pPr>
            <a:lvl3pPr algn="l">
              <a:defRPr sz="4350" b="1">
                <a:solidFill>
                  <a:srgbClr val="3E7FA6"/>
                </a:solidFill>
              </a:defRPr>
            </a:lvl3pPr>
            <a:lvl4pPr algn="l">
              <a:defRPr sz="4350" b="1">
                <a:solidFill>
                  <a:srgbClr val="3E7FA6"/>
                </a:solidFill>
              </a:defRPr>
            </a:lvl4pPr>
            <a:lvl5pPr algn="l">
              <a:defRPr sz="4350" b="1">
                <a:solidFill>
                  <a:srgbClr val="3E7FA6"/>
                </a:solidFill>
              </a:defRPr>
            </a:lvl5pPr>
            <a:lvl6pPr algn="l">
              <a:defRPr sz="4350" b="1">
                <a:solidFill>
                  <a:srgbClr val="3E7FA6"/>
                </a:solidFill>
              </a:defRPr>
            </a:lvl6pPr>
            <a:lvl7pPr algn="l">
              <a:defRPr sz="4350" b="1">
                <a:solidFill>
                  <a:srgbClr val="3E7FA6"/>
                </a:solidFill>
              </a:defRPr>
            </a:lvl7pPr>
            <a:lvl8pPr algn="l">
              <a:defRPr sz="4350" b="1">
                <a:solidFill>
                  <a:srgbClr val="3E7FA6"/>
                </a:solidFill>
              </a:defRPr>
            </a:lvl8pPr>
            <a:lvl9pPr algn="l">
              <a:defRPr sz="4350" b="1">
                <a:solidFill>
                  <a:srgbClr val="3E7FA6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3E7FA6"/>
                </a:solidFill>
              </a:defRPr>
            </a:pPr>
            <a:r>
              <a:rPr sz="4350" b="1">
                <a:solidFill>
                  <a:srgbClr val="3E7FA6"/>
                </a:solidFill>
              </a:rPr>
              <a:t>2191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5892E-69B4-4C4A-8C38-4D419A85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16D"/>
                </a:solidFill>
              </a:defRPr>
            </a:defPPr>
            <a:lvl1pPr algn="l">
              <a:defRPr sz="1350" b="0">
                <a:solidFill>
                  <a:srgbClr val="66716D"/>
                </a:solidFill>
              </a:defRPr>
            </a:lvl1pPr>
            <a:lvl2pPr algn="l">
              <a:defRPr sz="1350" b="0">
                <a:solidFill>
                  <a:srgbClr val="66716D"/>
                </a:solidFill>
              </a:defRPr>
            </a:lvl2pPr>
            <a:lvl3pPr algn="l">
              <a:defRPr sz="1350" b="0">
                <a:solidFill>
                  <a:srgbClr val="66716D"/>
                </a:solidFill>
              </a:defRPr>
            </a:lvl3pPr>
            <a:lvl4pPr algn="l">
              <a:defRPr sz="1350" b="0">
                <a:solidFill>
                  <a:srgbClr val="66716D"/>
                </a:solidFill>
              </a:defRPr>
            </a:lvl4pPr>
            <a:lvl5pPr algn="l">
              <a:defRPr sz="1350" b="0">
                <a:solidFill>
                  <a:srgbClr val="66716D"/>
                </a:solidFill>
              </a:defRPr>
            </a:lvl5pPr>
            <a:lvl6pPr algn="l">
              <a:defRPr sz="1350" b="0">
                <a:solidFill>
                  <a:srgbClr val="66716D"/>
                </a:solidFill>
              </a:defRPr>
            </a:lvl6pPr>
            <a:lvl7pPr algn="l">
              <a:defRPr sz="1350" b="0">
                <a:solidFill>
                  <a:srgbClr val="66716D"/>
                </a:solidFill>
              </a:defRPr>
            </a:lvl7pPr>
            <a:lvl8pPr algn="l">
              <a:defRPr sz="1350" b="0">
                <a:solidFill>
                  <a:srgbClr val="66716D"/>
                </a:solidFill>
              </a:defRPr>
            </a:lvl8pPr>
            <a:lvl9pPr algn="l">
              <a:defRPr sz="13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16D"/>
                </a:solidFill>
              </a:defRPr>
            </a:pPr>
            <a:r>
              <a:rPr sz="1350" b="0">
                <a:solidFill>
                  <a:srgbClr val="66716D"/>
                </a:solidFill>
              </a:rPr>
              <a:t>个连续日期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A7853-617E-433F-B3E6-3804B07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000" b="1">
                <a:solidFill>
                  <a:srgbClr val="D7DFDB"/>
                </a:solidFill>
              </a:defRPr>
            </a:defPPr>
            <a:lvl1pPr algn="ctr">
              <a:defRPr sz="3000" b="1">
                <a:solidFill>
                  <a:srgbClr val="D7DFDB"/>
                </a:solidFill>
              </a:defRPr>
            </a:lvl1pPr>
            <a:lvl2pPr algn="ctr">
              <a:defRPr sz="3000" b="1">
                <a:solidFill>
                  <a:srgbClr val="D7DFDB"/>
                </a:solidFill>
              </a:defRPr>
            </a:lvl2pPr>
            <a:lvl3pPr algn="ctr">
              <a:defRPr sz="3000" b="1">
                <a:solidFill>
                  <a:srgbClr val="D7DFDB"/>
                </a:solidFill>
              </a:defRPr>
            </a:lvl3pPr>
            <a:lvl4pPr algn="ctr">
              <a:defRPr sz="3000" b="1">
                <a:solidFill>
                  <a:srgbClr val="D7DFDB"/>
                </a:solidFill>
              </a:defRPr>
            </a:lvl4pPr>
            <a:lvl5pPr algn="ctr">
              <a:defRPr sz="3000" b="1">
                <a:solidFill>
                  <a:srgbClr val="D7DFDB"/>
                </a:solidFill>
              </a:defRPr>
            </a:lvl5pPr>
            <a:lvl6pPr algn="ctr">
              <a:defRPr sz="3000" b="1">
                <a:solidFill>
                  <a:srgbClr val="D7DFDB"/>
                </a:solidFill>
              </a:defRPr>
            </a:lvl6pPr>
            <a:lvl7pPr algn="ctr">
              <a:defRPr sz="3000" b="1">
                <a:solidFill>
                  <a:srgbClr val="D7DFDB"/>
                </a:solidFill>
              </a:defRPr>
            </a:lvl7pPr>
            <a:lvl8pPr algn="ctr">
              <a:defRPr sz="3000" b="1">
                <a:solidFill>
                  <a:srgbClr val="D7DFDB"/>
                </a:solidFill>
              </a:defRPr>
            </a:lvl8pPr>
            <a:lvl9pPr algn="ctr">
              <a:defRPr sz="3000" b="1">
                <a:solidFill>
                  <a:srgbClr val="D7DFDB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D7DFDB"/>
                </a:solidFill>
              </a:defRPr>
            </a:pPr>
            <a:r>
              <a:rPr sz="3000" b="1">
                <a:solidFill>
                  <a:srgbClr val="D7DFDB"/>
                </a:solidFill>
              </a:rPr>
              <a:t>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2C778-4D26-4741-96D5-BDB13026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1">
                <a:solidFill>
                  <a:srgbClr val="D89D2E"/>
                </a:solidFill>
              </a:defRPr>
            </a:defPPr>
            <a:lvl1pPr algn="l">
              <a:defRPr sz="4350" b="1">
                <a:solidFill>
                  <a:srgbClr val="D89D2E"/>
                </a:solidFill>
              </a:defRPr>
            </a:lvl1pPr>
            <a:lvl2pPr algn="l">
              <a:defRPr sz="4350" b="1">
                <a:solidFill>
                  <a:srgbClr val="D89D2E"/>
                </a:solidFill>
              </a:defRPr>
            </a:lvl2pPr>
            <a:lvl3pPr algn="l">
              <a:defRPr sz="4350" b="1">
                <a:solidFill>
                  <a:srgbClr val="D89D2E"/>
                </a:solidFill>
              </a:defRPr>
            </a:lvl3pPr>
            <a:lvl4pPr algn="l">
              <a:defRPr sz="4350" b="1">
                <a:solidFill>
                  <a:srgbClr val="D89D2E"/>
                </a:solidFill>
              </a:defRPr>
            </a:lvl4pPr>
            <a:lvl5pPr algn="l">
              <a:defRPr sz="4350" b="1">
                <a:solidFill>
                  <a:srgbClr val="D89D2E"/>
                </a:solidFill>
              </a:defRPr>
            </a:lvl5pPr>
            <a:lvl6pPr algn="l">
              <a:defRPr sz="4350" b="1">
                <a:solidFill>
                  <a:srgbClr val="D89D2E"/>
                </a:solidFill>
              </a:defRPr>
            </a:lvl6pPr>
            <a:lvl7pPr algn="l">
              <a:defRPr sz="4350" b="1">
                <a:solidFill>
                  <a:srgbClr val="D89D2E"/>
                </a:solidFill>
              </a:defRPr>
            </a:lvl7pPr>
            <a:lvl8pPr algn="l">
              <a:defRPr sz="4350" b="1">
                <a:solidFill>
                  <a:srgbClr val="D89D2E"/>
                </a:solidFill>
              </a:defRPr>
            </a:lvl8pPr>
            <a:lvl9pPr algn="l">
              <a:defRPr sz="4350" b="1">
                <a:solidFill>
                  <a:srgbClr val="D89D2E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D89D2E"/>
                </a:solidFill>
              </a:defRPr>
            </a:pPr>
            <a:r>
              <a:rPr sz="4350" b="1">
                <a:solidFill>
                  <a:srgbClr val="D89D2E"/>
                </a:solidFill>
              </a:rPr>
              <a:t>109550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1B8B4-2D81-40AE-A1FD-28543D68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16D"/>
                </a:solidFill>
              </a:defRPr>
            </a:defPPr>
            <a:lvl1pPr algn="l">
              <a:defRPr sz="1350" b="0">
                <a:solidFill>
                  <a:srgbClr val="66716D"/>
                </a:solidFill>
              </a:defRPr>
            </a:lvl1pPr>
            <a:lvl2pPr algn="l">
              <a:defRPr sz="1350" b="0">
                <a:solidFill>
                  <a:srgbClr val="66716D"/>
                </a:solidFill>
              </a:defRPr>
            </a:lvl2pPr>
            <a:lvl3pPr algn="l">
              <a:defRPr sz="1350" b="0">
                <a:solidFill>
                  <a:srgbClr val="66716D"/>
                </a:solidFill>
              </a:defRPr>
            </a:lvl3pPr>
            <a:lvl4pPr algn="l">
              <a:defRPr sz="1350" b="0">
                <a:solidFill>
                  <a:srgbClr val="66716D"/>
                </a:solidFill>
              </a:defRPr>
            </a:lvl4pPr>
            <a:lvl5pPr algn="l">
              <a:defRPr sz="1350" b="0">
                <a:solidFill>
                  <a:srgbClr val="66716D"/>
                </a:solidFill>
              </a:defRPr>
            </a:lvl5pPr>
            <a:lvl6pPr algn="l">
              <a:defRPr sz="1350" b="0">
                <a:solidFill>
                  <a:srgbClr val="66716D"/>
                </a:solidFill>
              </a:defRPr>
            </a:lvl6pPr>
            <a:lvl7pPr algn="l">
              <a:defRPr sz="1350" b="0">
                <a:solidFill>
                  <a:srgbClr val="66716D"/>
                </a:solidFill>
              </a:defRPr>
            </a:lvl7pPr>
            <a:lvl8pPr algn="l">
              <a:defRPr sz="1350" b="0">
                <a:solidFill>
                  <a:srgbClr val="66716D"/>
                </a:solidFill>
              </a:defRPr>
            </a:lvl8pPr>
            <a:lvl9pPr algn="l">
              <a:defRPr sz="13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16D"/>
                </a:solidFill>
              </a:defRPr>
            </a:pPr>
            <a:r>
              <a:rPr sz="1350" b="0">
                <a:solidFill>
                  <a:srgbClr val="66716D"/>
                </a:solidFill>
              </a:rPr>
              <a:t>条空气质量记录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972B6-4195-4245-924A-D2864D9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26835-D0A7-4805-A64D-5CDED2A1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55A4A"/>
                </a:solidFill>
              </a:defRPr>
            </a:defPPr>
            <a:lvl1pPr algn="l">
              <a:defRPr sz="1650" b="1">
                <a:solidFill>
                  <a:srgbClr val="155A4A"/>
                </a:solidFill>
              </a:defRPr>
            </a:lvl1pPr>
            <a:lvl2pPr algn="l">
              <a:defRPr sz="1650" b="1">
                <a:solidFill>
                  <a:srgbClr val="155A4A"/>
                </a:solidFill>
              </a:defRPr>
            </a:lvl2pPr>
            <a:lvl3pPr algn="l">
              <a:defRPr sz="1650" b="1">
                <a:solidFill>
                  <a:srgbClr val="155A4A"/>
                </a:solidFill>
              </a:defRPr>
            </a:lvl3pPr>
            <a:lvl4pPr algn="l">
              <a:defRPr sz="1650" b="1">
                <a:solidFill>
                  <a:srgbClr val="155A4A"/>
                </a:solidFill>
              </a:defRPr>
            </a:lvl4pPr>
            <a:lvl5pPr algn="l">
              <a:defRPr sz="1650" b="1">
                <a:solidFill>
                  <a:srgbClr val="155A4A"/>
                </a:solidFill>
              </a:defRPr>
            </a:lvl5pPr>
            <a:lvl6pPr algn="l">
              <a:defRPr sz="1650" b="1">
                <a:solidFill>
                  <a:srgbClr val="155A4A"/>
                </a:solidFill>
              </a:defRPr>
            </a:lvl6pPr>
            <a:lvl7pPr algn="l">
              <a:defRPr sz="1650" b="1">
                <a:solidFill>
                  <a:srgbClr val="155A4A"/>
                </a:solidFill>
              </a:defRPr>
            </a:lvl7pPr>
            <a:lvl8pPr algn="l">
              <a:defRPr sz="1650" b="1">
                <a:solidFill>
                  <a:srgbClr val="155A4A"/>
                </a:solidFill>
              </a:defRPr>
            </a:lvl8pPr>
            <a:lvl9pPr algn="l">
              <a:defRPr sz="1650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5A4A"/>
                </a:solidFill>
              </a:defRPr>
            </a:pPr>
            <a:r>
              <a:rPr sz="1650" b="1">
                <a:solidFill>
                  <a:srgbClr val="155A4A"/>
                </a:solidFill>
              </a:rPr>
              <a:t>生成规则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00655-E6DB-4D2A-B0CA-4100077C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F9278"/>
                </a:solidFill>
              </a:defRPr>
            </a:defPPr>
            <a:lvl1pPr algn="l">
              <a:defRPr sz="1050" b="1">
                <a:solidFill>
                  <a:srgbClr val="1F9278"/>
                </a:solidFill>
              </a:defRPr>
            </a:lvl1pPr>
            <a:lvl2pPr algn="l">
              <a:defRPr sz="1050" b="1">
                <a:solidFill>
                  <a:srgbClr val="1F9278"/>
                </a:solidFill>
              </a:defRPr>
            </a:lvl2pPr>
            <a:lvl3pPr algn="l">
              <a:defRPr sz="1050" b="1">
                <a:solidFill>
                  <a:srgbClr val="1F9278"/>
                </a:solidFill>
              </a:defRPr>
            </a:lvl3pPr>
            <a:lvl4pPr algn="l">
              <a:defRPr sz="1050" b="1">
                <a:solidFill>
                  <a:srgbClr val="1F9278"/>
                </a:solidFill>
              </a:defRPr>
            </a:lvl4pPr>
            <a:lvl5pPr algn="l">
              <a:defRPr sz="1050" b="1">
                <a:solidFill>
                  <a:srgbClr val="1F9278"/>
                </a:solidFill>
              </a:defRPr>
            </a:lvl5pPr>
            <a:lvl6pPr algn="l">
              <a:defRPr sz="1050" b="1">
                <a:solidFill>
                  <a:srgbClr val="1F9278"/>
                </a:solidFill>
              </a:defRPr>
            </a:lvl6pPr>
            <a:lvl7pPr algn="l">
              <a:defRPr sz="1050" b="1">
                <a:solidFill>
                  <a:srgbClr val="1F9278"/>
                </a:solidFill>
              </a:defRPr>
            </a:lvl7pPr>
            <a:lvl8pPr algn="l">
              <a:defRPr sz="1050" b="1">
                <a:solidFill>
                  <a:srgbClr val="1F9278"/>
                </a:solidFill>
              </a:defRPr>
            </a:lvl8pPr>
            <a:lvl9pPr algn="l">
              <a:defRPr sz="10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9278"/>
                </a:solidFill>
              </a:defRPr>
            </a:pPr>
            <a:r>
              <a:rPr sz="1050" b="1">
                <a:solidFill>
                  <a:srgbClr val="1F9278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DE845-EC8B-4001-ADF7-B897F41D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固定随机种子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9DBB7-A5BF-4CFA-9D3F-396434EB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每次从空数据库初始化都得到相同规模和分布，方便核对测试结果，也便于换电脑复现。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2ED47-C07E-4A1A-80B7-92133CC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E7FA6"/>
                </a:solidFill>
              </a:defRPr>
            </a:defPPr>
            <a:lvl1pPr algn="l">
              <a:defRPr sz="1050" b="1">
                <a:solidFill>
                  <a:srgbClr val="3E7FA6"/>
                </a:solidFill>
              </a:defRPr>
            </a:lvl1pPr>
            <a:lvl2pPr algn="l">
              <a:defRPr sz="1050" b="1">
                <a:solidFill>
                  <a:srgbClr val="3E7FA6"/>
                </a:solidFill>
              </a:defRPr>
            </a:lvl2pPr>
            <a:lvl3pPr algn="l">
              <a:defRPr sz="1050" b="1">
                <a:solidFill>
                  <a:srgbClr val="3E7FA6"/>
                </a:solidFill>
              </a:defRPr>
            </a:lvl3pPr>
            <a:lvl4pPr algn="l">
              <a:defRPr sz="1050" b="1">
                <a:solidFill>
                  <a:srgbClr val="3E7FA6"/>
                </a:solidFill>
              </a:defRPr>
            </a:lvl4pPr>
            <a:lvl5pPr algn="l">
              <a:defRPr sz="1050" b="1">
                <a:solidFill>
                  <a:srgbClr val="3E7FA6"/>
                </a:solidFill>
              </a:defRPr>
            </a:lvl5pPr>
            <a:lvl6pPr algn="l">
              <a:defRPr sz="1050" b="1">
                <a:solidFill>
                  <a:srgbClr val="3E7FA6"/>
                </a:solidFill>
              </a:defRPr>
            </a:lvl6pPr>
            <a:lvl7pPr algn="l">
              <a:defRPr sz="1050" b="1">
                <a:solidFill>
                  <a:srgbClr val="3E7FA6"/>
                </a:solidFill>
              </a:defRPr>
            </a:lvl7pPr>
            <a:lvl8pPr algn="l">
              <a:defRPr sz="1050" b="1">
                <a:solidFill>
                  <a:srgbClr val="3E7FA6"/>
                </a:solidFill>
              </a:defRPr>
            </a:lvl8pPr>
            <a:lvl9pPr algn="l">
              <a:defRPr sz="1050" b="1">
                <a:solidFill>
                  <a:srgbClr val="3E7FA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E7FA6"/>
                </a:solidFill>
              </a:defRPr>
            </a:pPr>
            <a:r>
              <a:rPr sz="1050" b="1">
                <a:solidFill>
                  <a:srgbClr val="3E7FA6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A5AFA-F99A-4572-8DE7-E2BC14E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加入周期和城市差异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AC526-0E15-450F-9DE2-0784379D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以基础值叠加年度周期、周周期、地区系数和天气扰动，生成五项污染物，再折算 AQI。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C3F81-6F8D-4823-BA0A-940FE3EE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55A4A"/>
                </a:solidFill>
              </a:defRPr>
            </a:defPPr>
            <a:lvl1pPr algn="l">
              <a:defRPr sz="1650" b="1">
                <a:solidFill>
                  <a:srgbClr val="155A4A"/>
                </a:solidFill>
              </a:defRPr>
            </a:lvl1pPr>
            <a:lvl2pPr algn="l">
              <a:defRPr sz="1650" b="1">
                <a:solidFill>
                  <a:srgbClr val="155A4A"/>
                </a:solidFill>
              </a:defRPr>
            </a:lvl2pPr>
            <a:lvl3pPr algn="l">
              <a:defRPr sz="1650" b="1">
                <a:solidFill>
                  <a:srgbClr val="155A4A"/>
                </a:solidFill>
              </a:defRPr>
            </a:lvl3pPr>
            <a:lvl4pPr algn="l">
              <a:defRPr sz="1650" b="1">
                <a:solidFill>
                  <a:srgbClr val="155A4A"/>
                </a:solidFill>
              </a:defRPr>
            </a:lvl4pPr>
            <a:lvl5pPr algn="l">
              <a:defRPr sz="1650" b="1">
                <a:solidFill>
                  <a:srgbClr val="155A4A"/>
                </a:solidFill>
              </a:defRPr>
            </a:lvl5pPr>
            <a:lvl6pPr algn="l">
              <a:defRPr sz="1650" b="1">
                <a:solidFill>
                  <a:srgbClr val="155A4A"/>
                </a:solidFill>
              </a:defRPr>
            </a:lvl6pPr>
            <a:lvl7pPr algn="l">
              <a:defRPr sz="1650" b="1">
                <a:solidFill>
                  <a:srgbClr val="155A4A"/>
                </a:solidFill>
              </a:defRPr>
            </a:lvl7pPr>
            <a:lvl8pPr algn="l">
              <a:defRPr sz="1650" b="1">
                <a:solidFill>
                  <a:srgbClr val="155A4A"/>
                </a:solidFill>
              </a:defRPr>
            </a:lvl8pPr>
            <a:lvl9pPr algn="l">
              <a:defRPr sz="1650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5A4A"/>
                </a:solidFill>
              </a:defRPr>
            </a:pPr>
            <a:r>
              <a:rPr sz="1650" b="1">
                <a:solidFill>
                  <a:srgbClr val="155A4A"/>
                </a:solidFill>
              </a:rPr>
              <a:t>清洗与验证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895E6-BCDD-4EFB-A329-2A26439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D89D2E"/>
                </a:solidFill>
              </a:defRPr>
            </a:defPPr>
            <a:lvl1pPr algn="l">
              <a:defRPr sz="1050" b="1">
                <a:solidFill>
                  <a:srgbClr val="D89D2E"/>
                </a:solidFill>
              </a:defRPr>
            </a:lvl1pPr>
            <a:lvl2pPr algn="l">
              <a:defRPr sz="1050" b="1">
                <a:solidFill>
                  <a:srgbClr val="D89D2E"/>
                </a:solidFill>
              </a:defRPr>
            </a:lvl2pPr>
            <a:lvl3pPr algn="l">
              <a:defRPr sz="1050" b="1">
                <a:solidFill>
                  <a:srgbClr val="D89D2E"/>
                </a:solidFill>
              </a:defRPr>
            </a:lvl3pPr>
            <a:lvl4pPr algn="l">
              <a:defRPr sz="1050" b="1">
                <a:solidFill>
                  <a:srgbClr val="D89D2E"/>
                </a:solidFill>
              </a:defRPr>
            </a:lvl4pPr>
            <a:lvl5pPr algn="l">
              <a:defRPr sz="1050" b="1">
                <a:solidFill>
                  <a:srgbClr val="D89D2E"/>
                </a:solidFill>
              </a:defRPr>
            </a:lvl5pPr>
            <a:lvl6pPr algn="l">
              <a:defRPr sz="1050" b="1">
                <a:solidFill>
                  <a:srgbClr val="D89D2E"/>
                </a:solidFill>
              </a:defRPr>
            </a:lvl6pPr>
            <a:lvl7pPr algn="l">
              <a:defRPr sz="1050" b="1">
                <a:solidFill>
                  <a:srgbClr val="D89D2E"/>
                </a:solidFill>
              </a:defRPr>
            </a:lvl7pPr>
            <a:lvl8pPr algn="l">
              <a:defRPr sz="1050" b="1">
                <a:solidFill>
                  <a:srgbClr val="D89D2E"/>
                </a:solidFill>
              </a:defRPr>
            </a:lvl8pPr>
            <a:lvl9pPr algn="l">
              <a:defRPr sz="1050" b="1">
                <a:solidFill>
                  <a:srgbClr val="D89D2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9D2E"/>
                </a:solidFill>
              </a:defRPr>
            </a:pPr>
            <a:r>
              <a:rPr sz="1050" b="1">
                <a:solidFill>
                  <a:srgbClr val="D89D2E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980CE-5333-46A9-95D5-DEB4E2FB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非空、唯一和数值范围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50BB6-312F-4485-B882-282517D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481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关键字段禁止为空，城市与日期组合唯一；污染物不低于 1，AQI 限制在 20 至 300。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E462F-CB2D-40C9-A1CF-917406F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4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C95D43"/>
                </a:solidFill>
              </a:defRPr>
            </a:defPPr>
            <a:lvl1pPr algn="l">
              <a:defRPr sz="1050" b="1">
                <a:solidFill>
                  <a:srgbClr val="C95D43"/>
                </a:solidFill>
              </a:defRPr>
            </a:lvl1pPr>
            <a:lvl2pPr algn="l">
              <a:defRPr sz="1050" b="1">
                <a:solidFill>
                  <a:srgbClr val="C95D43"/>
                </a:solidFill>
              </a:defRPr>
            </a:lvl2pPr>
            <a:lvl3pPr algn="l">
              <a:defRPr sz="1050" b="1">
                <a:solidFill>
                  <a:srgbClr val="C95D43"/>
                </a:solidFill>
              </a:defRPr>
            </a:lvl3pPr>
            <a:lvl4pPr algn="l">
              <a:defRPr sz="1050" b="1">
                <a:solidFill>
                  <a:srgbClr val="C95D43"/>
                </a:solidFill>
              </a:defRPr>
            </a:lvl4pPr>
            <a:lvl5pPr algn="l">
              <a:defRPr sz="1050" b="1">
                <a:solidFill>
                  <a:srgbClr val="C95D43"/>
                </a:solidFill>
              </a:defRPr>
            </a:lvl5pPr>
            <a:lvl6pPr algn="l">
              <a:defRPr sz="1050" b="1">
                <a:solidFill>
                  <a:srgbClr val="C95D43"/>
                </a:solidFill>
              </a:defRPr>
            </a:lvl6pPr>
            <a:lvl7pPr algn="l">
              <a:defRPr sz="1050" b="1">
                <a:solidFill>
                  <a:srgbClr val="C95D43"/>
                </a:solidFill>
              </a:defRPr>
            </a:lvl7pPr>
            <a:lvl8pPr algn="l">
              <a:defRPr sz="1050" b="1">
                <a:solidFill>
                  <a:srgbClr val="C95D43"/>
                </a:solidFill>
              </a:defRPr>
            </a:lvl8pPr>
            <a:lvl9pPr algn="l">
              <a:defRPr sz="1050" b="1">
                <a:solidFill>
                  <a:srgbClr val="C95D43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95D43"/>
                </a:solidFill>
              </a:defRPr>
            </a:pPr>
            <a:r>
              <a:rPr sz="1050" b="1">
                <a:solidFill>
                  <a:srgbClr val="C95D43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8A0BA-8DFE-45CB-921E-F4146C4E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9582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SQL 计数核对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28F25-1770-4942-BDA8-C42134BD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482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使用 COUNT、城市数、最早和最晚日期、等级分布四类查询确认生成结果与文档一致。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87AA5-7573-447A-9D56-19DC22F3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9938F"/>
                </a:solidFill>
              </a:defRPr>
            </a:defPPr>
            <a:lvl1pPr algn="l">
              <a:defRPr sz="750" b="0">
                <a:solidFill>
                  <a:srgbClr val="89938F"/>
                </a:solidFill>
              </a:defRPr>
            </a:lvl1pPr>
            <a:lvl2pPr algn="l">
              <a:defRPr sz="750" b="0">
                <a:solidFill>
                  <a:srgbClr val="89938F"/>
                </a:solidFill>
              </a:defRPr>
            </a:lvl2pPr>
            <a:lvl3pPr algn="l">
              <a:defRPr sz="750" b="0">
                <a:solidFill>
                  <a:srgbClr val="89938F"/>
                </a:solidFill>
              </a:defRPr>
            </a:lvl3pPr>
            <a:lvl4pPr algn="l">
              <a:defRPr sz="750" b="0">
                <a:solidFill>
                  <a:srgbClr val="89938F"/>
                </a:solidFill>
              </a:defRPr>
            </a:lvl4pPr>
            <a:lvl5pPr algn="l">
              <a:defRPr sz="750" b="0">
                <a:solidFill>
                  <a:srgbClr val="89938F"/>
                </a:solidFill>
              </a:defRPr>
            </a:lvl5pPr>
            <a:lvl6pPr algn="l">
              <a:defRPr sz="750" b="0">
                <a:solidFill>
                  <a:srgbClr val="89938F"/>
                </a:solidFill>
              </a:defRPr>
            </a:lvl6pPr>
            <a:lvl7pPr algn="l">
              <a:defRPr sz="750" b="0">
                <a:solidFill>
                  <a:srgbClr val="89938F"/>
                </a:solidFill>
              </a:defRPr>
            </a:lvl7pPr>
            <a:lvl8pPr algn="l">
              <a:defRPr sz="750" b="0">
                <a:solidFill>
                  <a:srgbClr val="89938F"/>
                </a:solidFill>
              </a:defRPr>
            </a:lvl8pPr>
            <a:lvl9pPr algn="l">
              <a:defRPr sz="750" b="0">
                <a:solidFill>
                  <a:srgbClr val="89938F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9938F"/>
                </a:solidFill>
              </a:defRPr>
            </a:pPr>
            <a:r>
              <a:rPr sz="750" b="0">
                <a:solidFill>
                  <a:srgbClr val="89938F"/>
                </a:solidFill>
              </a:rPr>
              <a:t>第9组  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408251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64FB1-2C3F-46DB-A33D-AD5AEA70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7221F"/>
                </a:solidFill>
              </a:defRPr>
            </a:defPPr>
            <a:lvl1pPr algn="l">
              <a:defRPr sz="2550" b="1">
                <a:solidFill>
                  <a:srgbClr val="17221F"/>
                </a:solidFill>
              </a:defRPr>
            </a:lvl1pPr>
            <a:lvl2pPr algn="l">
              <a:defRPr sz="2550" b="1">
                <a:solidFill>
                  <a:srgbClr val="17221F"/>
                </a:solidFill>
              </a:defRPr>
            </a:lvl2pPr>
            <a:lvl3pPr algn="l">
              <a:defRPr sz="2550" b="1">
                <a:solidFill>
                  <a:srgbClr val="17221F"/>
                </a:solidFill>
              </a:defRPr>
            </a:lvl3pPr>
            <a:lvl4pPr algn="l">
              <a:defRPr sz="2550" b="1">
                <a:solidFill>
                  <a:srgbClr val="17221F"/>
                </a:solidFill>
              </a:defRPr>
            </a:lvl4pPr>
            <a:lvl5pPr algn="l">
              <a:defRPr sz="2550" b="1">
                <a:solidFill>
                  <a:srgbClr val="17221F"/>
                </a:solidFill>
              </a:defRPr>
            </a:lvl5pPr>
            <a:lvl6pPr algn="l">
              <a:defRPr sz="2550" b="1">
                <a:solidFill>
                  <a:srgbClr val="17221F"/>
                </a:solidFill>
              </a:defRPr>
            </a:lvl6pPr>
            <a:lvl7pPr algn="l">
              <a:defRPr sz="2550" b="1">
                <a:solidFill>
                  <a:srgbClr val="17221F"/>
                </a:solidFill>
              </a:defRPr>
            </a:lvl7pPr>
            <a:lvl8pPr algn="l">
              <a:defRPr sz="2550" b="1">
                <a:solidFill>
                  <a:srgbClr val="17221F"/>
                </a:solidFill>
              </a:defRPr>
            </a:lvl8pPr>
            <a:lvl9pPr algn="l">
              <a:defRPr sz="25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21F"/>
                </a:solidFill>
              </a:defRPr>
            </a:pPr>
            <a:r>
              <a:rPr sz="2550" b="1">
                <a:solidFill>
                  <a:srgbClr val="17221F"/>
                </a:solidFill>
              </a:rPr>
              <a:t>技术架构与版本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7564D-8FF1-421E-B620-6662CAEE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前端和后端由同一个 Spring Boot 服务提供，降低换电脑演示时的部署复杂度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43247-3D9C-4FB9-A07D-9A464D08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1F9278"/>
                </a:solidFill>
              </a:defRPr>
            </a:defPPr>
            <a:lvl1pPr algn="r">
              <a:defRPr sz="1200" b="1">
                <a:solidFill>
                  <a:srgbClr val="1F9278"/>
                </a:solidFill>
              </a:defRPr>
            </a:lvl1pPr>
            <a:lvl2pPr algn="r">
              <a:defRPr sz="1200" b="1">
                <a:solidFill>
                  <a:srgbClr val="1F9278"/>
                </a:solidFill>
              </a:defRPr>
            </a:lvl2pPr>
            <a:lvl3pPr algn="r">
              <a:defRPr sz="1200" b="1">
                <a:solidFill>
                  <a:srgbClr val="1F9278"/>
                </a:solidFill>
              </a:defRPr>
            </a:lvl3pPr>
            <a:lvl4pPr algn="r">
              <a:defRPr sz="1200" b="1">
                <a:solidFill>
                  <a:srgbClr val="1F9278"/>
                </a:solidFill>
              </a:defRPr>
            </a:lvl4pPr>
            <a:lvl5pPr algn="r">
              <a:defRPr sz="1200" b="1">
                <a:solidFill>
                  <a:srgbClr val="1F9278"/>
                </a:solidFill>
              </a:defRPr>
            </a:lvl5pPr>
            <a:lvl6pPr algn="r">
              <a:defRPr sz="1200" b="1">
                <a:solidFill>
                  <a:srgbClr val="1F9278"/>
                </a:solidFill>
              </a:defRPr>
            </a:lvl6pPr>
            <a:lvl7pPr algn="r">
              <a:defRPr sz="1200" b="1">
                <a:solidFill>
                  <a:srgbClr val="1F9278"/>
                </a:solidFill>
              </a:defRPr>
            </a:lvl7pPr>
            <a:lvl8pPr algn="r">
              <a:defRPr sz="1200" b="1">
                <a:solidFill>
                  <a:srgbClr val="1F9278"/>
                </a:solidFill>
              </a:defRPr>
            </a:lvl8pPr>
            <a:lvl9pPr algn="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53938-F7EC-4283-8C90-6DE2D0E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FAB24-A220-403E-8172-8D593F0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286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EF7F1-9758-45E0-9933-60FCFC1A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17221F"/>
                </a:solidFill>
              </a:defRPr>
            </a:defPPr>
            <a:lvl1pPr algn="ctr">
              <a:defRPr sz="1575" b="1">
                <a:solidFill>
                  <a:srgbClr val="17221F"/>
                </a:solidFill>
              </a:defRPr>
            </a:lvl1pPr>
            <a:lvl2pPr algn="ctr">
              <a:defRPr sz="1575" b="1">
                <a:solidFill>
                  <a:srgbClr val="17221F"/>
                </a:solidFill>
              </a:defRPr>
            </a:lvl2pPr>
            <a:lvl3pPr algn="ctr">
              <a:defRPr sz="1575" b="1">
                <a:solidFill>
                  <a:srgbClr val="17221F"/>
                </a:solidFill>
              </a:defRPr>
            </a:lvl3pPr>
            <a:lvl4pPr algn="ctr">
              <a:defRPr sz="1575" b="1">
                <a:solidFill>
                  <a:srgbClr val="17221F"/>
                </a:solidFill>
              </a:defRPr>
            </a:lvl4pPr>
            <a:lvl5pPr algn="ctr">
              <a:defRPr sz="1575" b="1">
                <a:solidFill>
                  <a:srgbClr val="17221F"/>
                </a:solidFill>
              </a:defRPr>
            </a:lvl5pPr>
            <a:lvl6pPr algn="ctr">
              <a:defRPr sz="1575" b="1">
                <a:solidFill>
                  <a:srgbClr val="17221F"/>
                </a:solidFill>
              </a:defRPr>
            </a:lvl6pPr>
            <a:lvl7pPr algn="ctr">
              <a:defRPr sz="1575" b="1">
                <a:solidFill>
                  <a:srgbClr val="17221F"/>
                </a:solidFill>
              </a:defRPr>
            </a:lvl7pPr>
            <a:lvl8pPr algn="ctr">
              <a:defRPr sz="1575" b="1">
                <a:solidFill>
                  <a:srgbClr val="17221F"/>
                </a:solidFill>
              </a:defRPr>
            </a:lvl8pPr>
            <a:lvl9pPr algn="ctr">
              <a:defRPr sz="157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21F"/>
                </a:solidFill>
              </a:defRPr>
            </a:pPr>
            <a:r>
              <a:rPr sz="1575" b="1">
                <a:solidFill>
                  <a:srgbClr val="17221F"/>
                </a:solidFill>
              </a:rPr>
              <a:t>浏览器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B1FB4-B93E-4A65-BF29-E96F8040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66716D"/>
                </a:solidFill>
              </a:defRPr>
            </a:defPPr>
            <a:lvl1pPr algn="ctr">
              <a:defRPr sz="1125" b="0">
                <a:solidFill>
                  <a:srgbClr val="66716D"/>
                </a:solidFill>
              </a:defRPr>
            </a:lvl1pPr>
            <a:lvl2pPr algn="ctr">
              <a:defRPr sz="1125" b="0">
                <a:solidFill>
                  <a:srgbClr val="66716D"/>
                </a:solidFill>
              </a:defRPr>
            </a:lvl2pPr>
            <a:lvl3pPr algn="ctr">
              <a:defRPr sz="1125" b="0">
                <a:solidFill>
                  <a:srgbClr val="66716D"/>
                </a:solidFill>
              </a:defRPr>
            </a:lvl3pPr>
            <a:lvl4pPr algn="ctr">
              <a:defRPr sz="1125" b="0">
                <a:solidFill>
                  <a:srgbClr val="66716D"/>
                </a:solidFill>
              </a:defRPr>
            </a:lvl4pPr>
            <a:lvl5pPr algn="ctr">
              <a:defRPr sz="1125" b="0">
                <a:solidFill>
                  <a:srgbClr val="66716D"/>
                </a:solidFill>
              </a:defRPr>
            </a:lvl5pPr>
            <a:lvl6pPr algn="ctr">
              <a:defRPr sz="1125" b="0">
                <a:solidFill>
                  <a:srgbClr val="66716D"/>
                </a:solidFill>
              </a:defRPr>
            </a:lvl6pPr>
            <a:lvl7pPr algn="ctr">
              <a:defRPr sz="1125" b="0">
                <a:solidFill>
                  <a:srgbClr val="66716D"/>
                </a:solidFill>
              </a:defRPr>
            </a:lvl7pPr>
            <a:lvl8pPr algn="ctr">
              <a:defRPr sz="1125" b="0">
                <a:solidFill>
                  <a:srgbClr val="66716D"/>
                </a:solidFill>
              </a:defRPr>
            </a:lvl8pPr>
            <a:lvl9pPr algn="ctr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HTML5 · CSS3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原生 JavaScript · Fetch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ECharts 5.5.1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85719-14D1-4DA5-AD80-9C3CEA7E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1F9278"/>
                </a:solidFill>
              </a:defRPr>
            </a:defPPr>
            <a:lvl1pPr algn="ctr">
              <a:defRPr sz="3150" b="1">
                <a:solidFill>
                  <a:srgbClr val="1F9278"/>
                </a:solidFill>
              </a:defRPr>
            </a:lvl1pPr>
            <a:lvl2pPr algn="ctr">
              <a:defRPr sz="3150" b="1">
                <a:solidFill>
                  <a:srgbClr val="1F9278"/>
                </a:solidFill>
              </a:defRPr>
            </a:lvl2pPr>
            <a:lvl3pPr algn="ctr">
              <a:defRPr sz="3150" b="1">
                <a:solidFill>
                  <a:srgbClr val="1F9278"/>
                </a:solidFill>
              </a:defRPr>
            </a:lvl3pPr>
            <a:lvl4pPr algn="ctr">
              <a:defRPr sz="3150" b="1">
                <a:solidFill>
                  <a:srgbClr val="1F9278"/>
                </a:solidFill>
              </a:defRPr>
            </a:lvl4pPr>
            <a:lvl5pPr algn="ctr">
              <a:defRPr sz="3150" b="1">
                <a:solidFill>
                  <a:srgbClr val="1F9278"/>
                </a:solidFill>
              </a:defRPr>
            </a:lvl5pPr>
            <a:lvl6pPr algn="ctr">
              <a:defRPr sz="3150" b="1">
                <a:solidFill>
                  <a:srgbClr val="1F9278"/>
                </a:solidFill>
              </a:defRPr>
            </a:lvl6pPr>
            <a:lvl7pPr algn="ctr">
              <a:defRPr sz="3150" b="1">
                <a:solidFill>
                  <a:srgbClr val="1F9278"/>
                </a:solidFill>
              </a:defRPr>
            </a:lvl7pPr>
            <a:lvl8pPr algn="ctr">
              <a:defRPr sz="3150" b="1">
                <a:solidFill>
                  <a:srgbClr val="1F9278"/>
                </a:solidFill>
              </a:defRPr>
            </a:lvl8pPr>
            <a:lvl9pPr algn="ctr">
              <a:defRPr sz="31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F9278"/>
                </a:solidFill>
              </a:defRPr>
            </a:pPr>
            <a:r>
              <a:rPr sz="3150" b="1">
                <a:solidFill>
                  <a:srgbClr val="1F9278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0175D-47CE-4804-92E4-1E0492C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76450"/>
            <a:ext cx="2286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DD56A-CD73-4AEC-AF52-D72CE56F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17221F"/>
                </a:solidFill>
              </a:defRPr>
            </a:defPPr>
            <a:lvl1pPr algn="ctr">
              <a:defRPr sz="1575" b="1">
                <a:solidFill>
                  <a:srgbClr val="17221F"/>
                </a:solidFill>
              </a:defRPr>
            </a:lvl1pPr>
            <a:lvl2pPr algn="ctr">
              <a:defRPr sz="1575" b="1">
                <a:solidFill>
                  <a:srgbClr val="17221F"/>
                </a:solidFill>
              </a:defRPr>
            </a:lvl2pPr>
            <a:lvl3pPr algn="ctr">
              <a:defRPr sz="1575" b="1">
                <a:solidFill>
                  <a:srgbClr val="17221F"/>
                </a:solidFill>
              </a:defRPr>
            </a:lvl3pPr>
            <a:lvl4pPr algn="ctr">
              <a:defRPr sz="1575" b="1">
                <a:solidFill>
                  <a:srgbClr val="17221F"/>
                </a:solidFill>
              </a:defRPr>
            </a:lvl4pPr>
            <a:lvl5pPr algn="ctr">
              <a:defRPr sz="1575" b="1">
                <a:solidFill>
                  <a:srgbClr val="17221F"/>
                </a:solidFill>
              </a:defRPr>
            </a:lvl5pPr>
            <a:lvl6pPr algn="ctr">
              <a:defRPr sz="1575" b="1">
                <a:solidFill>
                  <a:srgbClr val="17221F"/>
                </a:solidFill>
              </a:defRPr>
            </a:lvl6pPr>
            <a:lvl7pPr algn="ctr">
              <a:defRPr sz="1575" b="1">
                <a:solidFill>
                  <a:srgbClr val="17221F"/>
                </a:solidFill>
              </a:defRPr>
            </a:lvl7pPr>
            <a:lvl8pPr algn="ctr">
              <a:defRPr sz="1575" b="1">
                <a:solidFill>
                  <a:srgbClr val="17221F"/>
                </a:solidFill>
              </a:defRPr>
            </a:lvl8pPr>
            <a:lvl9pPr algn="ctr">
              <a:defRPr sz="157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21F"/>
                </a:solidFill>
              </a:defRPr>
            </a:pPr>
            <a:r>
              <a:rPr sz="1575" b="1">
                <a:solidFill>
                  <a:srgbClr val="17221F"/>
                </a:solidFill>
              </a:rPr>
              <a:t>Spring Boot 3.5.16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21A5E-1FC7-40E7-A89D-88841BBC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527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66716D"/>
                </a:solidFill>
              </a:defRPr>
            </a:defPPr>
            <a:lvl1pPr algn="ctr">
              <a:defRPr sz="1125" b="0">
                <a:solidFill>
                  <a:srgbClr val="66716D"/>
                </a:solidFill>
              </a:defRPr>
            </a:lvl1pPr>
            <a:lvl2pPr algn="ctr">
              <a:defRPr sz="1125" b="0">
                <a:solidFill>
                  <a:srgbClr val="66716D"/>
                </a:solidFill>
              </a:defRPr>
            </a:lvl2pPr>
            <a:lvl3pPr algn="ctr">
              <a:defRPr sz="1125" b="0">
                <a:solidFill>
                  <a:srgbClr val="66716D"/>
                </a:solidFill>
              </a:defRPr>
            </a:lvl3pPr>
            <a:lvl4pPr algn="ctr">
              <a:defRPr sz="1125" b="0">
                <a:solidFill>
                  <a:srgbClr val="66716D"/>
                </a:solidFill>
              </a:defRPr>
            </a:lvl4pPr>
            <a:lvl5pPr algn="ctr">
              <a:defRPr sz="1125" b="0">
                <a:solidFill>
                  <a:srgbClr val="66716D"/>
                </a:solidFill>
              </a:defRPr>
            </a:lvl5pPr>
            <a:lvl6pPr algn="ctr">
              <a:defRPr sz="1125" b="0">
                <a:solidFill>
                  <a:srgbClr val="66716D"/>
                </a:solidFill>
              </a:defRPr>
            </a:lvl6pPr>
            <a:lvl7pPr algn="ctr">
              <a:defRPr sz="1125" b="0">
                <a:solidFill>
                  <a:srgbClr val="66716D"/>
                </a:solidFill>
              </a:defRPr>
            </a:lvl7pPr>
            <a:lvl8pPr algn="ctr">
              <a:defRPr sz="1125" b="0">
                <a:solidFill>
                  <a:srgbClr val="66716D"/>
                </a:solidFill>
              </a:defRPr>
            </a:lvl8pPr>
            <a:lvl9pPr algn="ctr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Controller 接收参数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Service 处理规则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Result&lt;T&gt; 统一返回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BC17E-2B46-4A5D-9965-8F03B8CD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47950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1F9278"/>
                </a:solidFill>
              </a:defRPr>
            </a:defPPr>
            <a:lvl1pPr algn="ctr">
              <a:defRPr sz="3150" b="1">
                <a:solidFill>
                  <a:srgbClr val="1F9278"/>
                </a:solidFill>
              </a:defRPr>
            </a:lvl1pPr>
            <a:lvl2pPr algn="ctr">
              <a:defRPr sz="3150" b="1">
                <a:solidFill>
                  <a:srgbClr val="1F9278"/>
                </a:solidFill>
              </a:defRPr>
            </a:lvl2pPr>
            <a:lvl3pPr algn="ctr">
              <a:defRPr sz="3150" b="1">
                <a:solidFill>
                  <a:srgbClr val="1F9278"/>
                </a:solidFill>
              </a:defRPr>
            </a:lvl3pPr>
            <a:lvl4pPr algn="ctr">
              <a:defRPr sz="3150" b="1">
                <a:solidFill>
                  <a:srgbClr val="1F9278"/>
                </a:solidFill>
              </a:defRPr>
            </a:lvl4pPr>
            <a:lvl5pPr algn="ctr">
              <a:defRPr sz="3150" b="1">
                <a:solidFill>
                  <a:srgbClr val="1F9278"/>
                </a:solidFill>
              </a:defRPr>
            </a:lvl5pPr>
            <a:lvl6pPr algn="ctr">
              <a:defRPr sz="3150" b="1">
                <a:solidFill>
                  <a:srgbClr val="1F9278"/>
                </a:solidFill>
              </a:defRPr>
            </a:lvl6pPr>
            <a:lvl7pPr algn="ctr">
              <a:defRPr sz="3150" b="1">
                <a:solidFill>
                  <a:srgbClr val="1F9278"/>
                </a:solidFill>
              </a:defRPr>
            </a:lvl7pPr>
            <a:lvl8pPr algn="ctr">
              <a:defRPr sz="3150" b="1">
                <a:solidFill>
                  <a:srgbClr val="1F9278"/>
                </a:solidFill>
              </a:defRPr>
            </a:lvl8pPr>
            <a:lvl9pPr algn="ctr">
              <a:defRPr sz="31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F9278"/>
                </a:solidFill>
              </a:defRPr>
            </a:pPr>
            <a:r>
              <a:rPr sz="3150" b="1">
                <a:solidFill>
                  <a:srgbClr val="1F9278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2581B-3011-42E3-8D2B-DCC0C650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286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CCD0A-7A24-4A95-968A-42A9C4B8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17221F"/>
                </a:solidFill>
              </a:defRPr>
            </a:defPPr>
            <a:lvl1pPr algn="ctr">
              <a:defRPr sz="1575" b="1">
                <a:solidFill>
                  <a:srgbClr val="17221F"/>
                </a:solidFill>
              </a:defRPr>
            </a:lvl1pPr>
            <a:lvl2pPr algn="ctr">
              <a:defRPr sz="1575" b="1">
                <a:solidFill>
                  <a:srgbClr val="17221F"/>
                </a:solidFill>
              </a:defRPr>
            </a:lvl2pPr>
            <a:lvl3pPr algn="ctr">
              <a:defRPr sz="1575" b="1">
                <a:solidFill>
                  <a:srgbClr val="17221F"/>
                </a:solidFill>
              </a:defRPr>
            </a:lvl3pPr>
            <a:lvl4pPr algn="ctr">
              <a:defRPr sz="1575" b="1">
                <a:solidFill>
                  <a:srgbClr val="17221F"/>
                </a:solidFill>
              </a:defRPr>
            </a:lvl4pPr>
            <a:lvl5pPr algn="ctr">
              <a:defRPr sz="1575" b="1">
                <a:solidFill>
                  <a:srgbClr val="17221F"/>
                </a:solidFill>
              </a:defRPr>
            </a:lvl5pPr>
            <a:lvl6pPr algn="ctr">
              <a:defRPr sz="1575" b="1">
                <a:solidFill>
                  <a:srgbClr val="17221F"/>
                </a:solidFill>
              </a:defRPr>
            </a:lvl6pPr>
            <a:lvl7pPr algn="ctr">
              <a:defRPr sz="1575" b="1">
                <a:solidFill>
                  <a:srgbClr val="17221F"/>
                </a:solidFill>
              </a:defRPr>
            </a:lvl7pPr>
            <a:lvl8pPr algn="ctr">
              <a:defRPr sz="1575" b="1">
                <a:solidFill>
                  <a:srgbClr val="17221F"/>
                </a:solidFill>
              </a:defRPr>
            </a:lvl8pPr>
            <a:lvl9pPr algn="ctr">
              <a:defRPr sz="157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21F"/>
                </a:solidFill>
              </a:defRPr>
            </a:pPr>
            <a:r>
              <a:rPr sz="1575" b="1">
                <a:solidFill>
                  <a:srgbClr val="17221F"/>
                </a:solidFill>
              </a:rPr>
              <a:t>MyBatis 3.0.5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5CB1D-EFA6-4516-8D07-F080C4F6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66716D"/>
                </a:solidFill>
              </a:defRPr>
            </a:defPPr>
            <a:lvl1pPr algn="ctr">
              <a:defRPr sz="1125" b="0">
                <a:solidFill>
                  <a:srgbClr val="66716D"/>
                </a:solidFill>
              </a:defRPr>
            </a:lvl1pPr>
            <a:lvl2pPr algn="ctr">
              <a:defRPr sz="1125" b="0">
                <a:solidFill>
                  <a:srgbClr val="66716D"/>
                </a:solidFill>
              </a:defRPr>
            </a:lvl2pPr>
            <a:lvl3pPr algn="ctr">
              <a:defRPr sz="1125" b="0">
                <a:solidFill>
                  <a:srgbClr val="66716D"/>
                </a:solidFill>
              </a:defRPr>
            </a:lvl3pPr>
            <a:lvl4pPr algn="ctr">
              <a:defRPr sz="1125" b="0">
                <a:solidFill>
                  <a:srgbClr val="66716D"/>
                </a:solidFill>
              </a:defRPr>
            </a:lvl4pPr>
            <a:lvl5pPr algn="ctr">
              <a:defRPr sz="1125" b="0">
                <a:solidFill>
                  <a:srgbClr val="66716D"/>
                </a:solidFill>
              </a:defRPr>
            </a:lvl5pPr>
            <a:lvl6pPr algn="ctr">
              <a:defRPr sz="1125" b="0">
                <a:solidFill>
                  <a:srgbClr val="66716D"/>
                </a:solidFill>
              </a:defRPr>
            </a:lvl6pPr>
            <a:lvl7pPr algn="ctr">
              <a:defRPr sz="1125" b="0">
                <a:solidFill>
                  <a:srgbClr val="66716D"/>
                </a:solidFill>
              </a:defRPr>
            </a:lvl7pPr>
            <a:lvl8pPr algn="ctr">
              <a:defRPr sz="1125" b="0">
                <a:solidFill>
                  <a:srgbClr val="66716D"/>
                </a:solidFill>
              </a:defRPr>
            </a:lvl8pPr>
            <a:lvl9pPr algn="ctr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Mapper 接口与 XML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动态筛选、聚合 SQL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后端分页排序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9D725-62A1-4F1A-A426-52D03DBE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1F9278"/>
                </a:solidFill>
              </a:defRPr>
            </a:defPPr>
            <a:lvl1pPr algn="ctr">
              <a:defRPr sz="3150" b="1">
                <a:solidFill>
                  <a:srgbClr val="1F9278"/>
                </a:solidFill>
              </a:defRPr>
            </a:lvl1pPr>
            <a:lvl2pPr algn="ctr">
              <a:defRPr sz="3150" b="1">
                <a:solidFill>
                  <a:srgbClr val="1F9278"/>
                </a:solidFill>
              </a:defRPr>
            </a:lvl2pPr>
            <a:lvl3pPr algn="ctr">
              <a:defRPr sz="3150" b="1">
                <a:solidFill>
                  <a:srgbClr val="1F9278"/>
                </a:solidFill>
              </a:defRPr>
            </a:lvl3pPr>
            <a:lvl4pPr algn="ctr">
              <a:defRPr sz="3150" b="1">
                <a:solidFill>
                  <a:srgbClr val="1F9278"/>
                </a:solidFill>
              </a:defRPr>
            </a:lvl4pPr>
            <a:lvl5pPr algn="ctr">
              <a:defRPr sz="3150" b="1">
                <a:solidFill>
                  <a:srgbClr val="1F9278"/>
                </a:solidFill>
              </a:defRPr>
            </a:lvl5pPr>
            <a:lvl6pPr algn="ctr">
              <a:defRPr sz="3150" b="1">
                <a:solidFill>
                  <a:srgbClr val="1F9278"/>
                </a:solidFill>
              </a:defRPr>
            </a:lvl6pPr>
            <a:lvl7pPr algn="ctr">
              <a:defRPr sz="3150" b="1">
                <a:solidFill>
                  <a:srgbClr val="1F9278"/>
                </a:solidFill>
              </a:defRPr>
            </a:lvl7pPr>
            <a:lvl8pPr algn="ctr">
              <a:defRPr sz="3150" b="1">
                <a:solidFill>
                  <a:srgbClr val="1F9278"/>
                </a:solidFill>
              </a:defRPr>
            </a:lvl8pPr>
            <a:lvl9pPr algn="ctr">
              <a:defRPr sz="31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F9278"/>
                </a:solidFill>
              </a:defRPr>
            </a:pPr>
            <a:r>
              <a:rPr sz="3150" b="1">
                <a:solidFill>
                  <a:srgbClr val="1F9278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99189-8B9F-49BF-B4AB-5B377395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76450"/>
            <a:ext cx="2286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5EDEA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52076-6377-4E16-8968-5C8493E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17221F"/>
                </a:solidFill>
              </a:defRPr>
            </a:defPPr>
            <a:lvl1pPr algn="ctr">
              <a:defRPr sz="1575" b="1">
                <a:solidFill>
                  <a:srgbClr val="17221F"/>
                </a:solidFill>
              </a:defRPr>
            </a:lvl1pPr>
            <a:lvl2pPr algn="ctr">
              <a:defRPr sz="1575" b="1">
                <a:solidFill>
                  <a:srgbClr val="17221F"/>
                </a:solidFill>
              </a:defRPr>
            </a:lvl2pPr>
            <a:lvl3pPr algn="ctr">
              <a:defRPr sz="1575" b="1">
                <a:solidFill>
                  <a:srgbClr val="17221F"/>
                </a:solidFill>
              </a:defRPr>
            </a:lvl3pPr>
            <a:lvl4pPr algn="ctr">
              <a:defRPr sz="1575" b="1">
                <a:solidFill>
                  <a:srgbClr val="17221F"/>
                </a:solidFill>
              </a:defRPr>
            </a:lvl4pPr>
            <a:lvl5pPr algn="ctr">
              <a:defRPr sz="1575" b="1">
                <a:solidFill>
                  <a:srgbClr val="17221F"/>
                </a:solidFill>
              </a:defRPr>
            </a:lvl5pPr>
            <a:lvl6pPr algn="ctr">
              <a:defRPr sz="1575" b="1">
                <a:solidFill>
                  <a:srgbClr val="17221F"/>
                </a:solidFill>
              </a:defRPr>
            </a:lvl6pPr>
            <a:lvl7pPr algn="ctr">
              <a:defRPr sz="1575" b="1">
                <a:solidFill>
                  <a:srgbClr val="17221F"/>
                </a:solidFill>
              </a:defRPr>
            </a:lvl7pPr>
            <a:lvl8pPr algn="ctr">
              <a:defRPr sz="1575" b="1">
                <a:solidFill>
                  <a:srgbClr val="17221F"/>
                </a:solidFill>
              </a:defRPr>
            </a:lvl8pPr>
            <a:lvl9pPr algn="ctr">
              <a:defRPr sz="157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21F"/>
                </a:solidFill>
              </a:defRPr>
            </a:pPr>
            <a:r>
              <a:rPr sz="1575" b="1">
                <a:solidFill>
                  <a:srgbClr val="17221F"/>
                </a:solidFill>
              </a:rPr>
              <a:t>MySQL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0C1DE-2037-49DE-BF78-84E0614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527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66716D"/>
                </a:solidFill>
              </a:defRPr>
            </a:defPPr>
            <a:lvl1pPr algn="ctr">
              <a:defRPr sz="1125" b="0">
                <a:solidFill>
                  <a:srgbClr val="66716D"/>
                </a:solidFill>
              </a:defRPr>
            </a:lvl1pPr>
            <a:lvl2pPr algn="ctr">
              <a:defRPr sz="1125" b="0">
                <a:solidFill>
                  <a:srgbClr val="66716D"/>
                </a:solidFill>
              </a:defRPr>
            </a:lvl2pPr>
            <a:lvl3pPr algn="ctr">
              <a:defRPr sz="1125" b="0">
                <a:solidFill>
                  <a:srgbClr val="66716D"/>
                </a:solidFill>
              </a:defRPr>
            </a:lvl3pPr>
            <a:lvl4pPr algn="ctr">
              <a:defRPr sz="1125" b="0">
                <a:solidFill>
                  <a:srgbClr val="66716D"/>
                </a:solidFill>
              </a:defRPr>
            </a:lvl4pPr>
            <a:lvl5pPr algn="ctr">
              <a:defRPr sz="1125" b="0">
                <a:solidFill>
                  <a:srgbClr val="66716D"/>
                </a:solidFill>
              </a:defRPr>
            </a:lvl5pPr>
            <a:lvl6pPr algn="ctr">
              <a:defRPr sz="1125" b="0">
                <a:solidFill>
                  <a:srgbClr val="66716D"/>
                </a:solidFill>
              </a:defRPr>
            </a:lvl6pPr>
            <a:lvl7pPr algn="ctr">
              <a:defRPr sz="1125" b="0">
                <a:solidFill>
                  <a:srgbClr val="66716D"/>
                </a:solidFill>
              </a:defRPr>
            </a:lvl7pPr>
            <a:lvl8pPr algn="ctr">
              <a:defRPr sz="1125" b="0">
                <a:solidFill>
                  <a:srgbClr val="66716D"/>
                </a:solidFill>
              </a:defRPr>
            </a:lvl8pPr>
            <a:lvl9pPr algn="ctr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正式环境数据存储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日期与城市联合索引</a:t>
            </a:r>
          </a:p>
          <a:p xmlns:a="http://schemas.openxmlformats.org/drawingml/2006/main">
            <a:pPr algn="ctr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唯一约束防止重复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C6514-D31E-4A6B-B105-C079CFA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55A4A"/>
                </a:solidFill>
              </a:defRPr>
            </a:defPPr>
            <a:lvl1pPr algn="l">
              <a:defRPr sz="1425" b="1">
                <a:solidFill>
                  <a:srgbClr val="155A4A"/>
                </a:solidFill>
              </a:defRPr>
            </a:lvl1pPr>
            <a:lvl2pPr algn="l">
              <a:defRPr sz="1425" b="1">
                <a:solidFill>
                  <a:srgbClr val="155A4A"/>
                </a:solidFill>
              </a:defRPr>
            </a:lvl2pPr>
            <a:lvl3pPr algn="l">
              <a:defRPr sz="1425" b="1">
                <a:solidFill>
                  <a:srgbClr val="155A4A"/>
                </a:solidFill>
              </a:defRPr>
            </a:lvl3pPr>
            <a:lvl4pPr algn="l">
              <a:defRPr sz="1425" b="1">
                <a:solidFill>
                  <a:srgbClr val="155A4A"/>
                </a:solidFill>
              </a:defRPr>
            </a:lvl4pPr>
            <a:lvl5pPr algn="l">
              <a:defRPr sz="1425" b="1">
                <a:solidFill>
                  <a:srgbClr val="155A4A"/>
                </a:solidFill>
              </a:defRPr>
            </a:lvl5pPr>
            <a:lvl6pPr algn="l">
              <a:defRPr sz="1425" b="1">
                <a:solidFill>
                  <a:srgbClr val="155A4A"/>
                </a:solidFill>
              </a:defRPr>
            </a:lvl6pPr>
            <a:lvl7pPr algn="l">
              <a:defRPr sz="1425" b="1">
                <a:solidFill>
                  <a:srgbClr val="155A4A"/>
                </a:solidFill>
              </a:defRPr>
            </a:lvl7pPr>
            <a:lvl8pPr algn="l">
              <a:defRPr sz="1425" b="1">
                <a:solidFill>
                  <a:srgbClr val="155A4A"/>
                </a:solidFill>
              </a:defRPr>
            </a:lvl8pPr>
            <a:lvl9pPr algn="l">
              <a:defRPr sz="1425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5A4A"/>
                </a:solidFill>
              </a:defRPr>
            </a:pPr>
            <a:r>
              <a:rPr sz="1425" b="1">
                <a:solidFill>
                  <a:srgbClr val="155A4A"/>
                </a:solidFill>
              </a:rPr>
              <a:t>运行环境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8FD29-C2D8-4905-981D-EE1BD38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21F"/>
                </a:solidFill>
              </a:defRPr>
            </a:defPPr>
            <a:lvl1pPr algn="l">
              <a:defRPr sz="1350" b="1">
                <a:solidFill>
                  <a:srgbClr val="17221F"/>
                </a:solidFill>
              </a:defRPr>
            </a:lvl1pPr>
            <a:lvl2pPr algn="l">
              <a:defRPr sz="1350" b="1">
                <a:solidFill>
                  <a:srgbClr val="17221F"/>
                </a:solidFill>
              </a:defRPr>
            </a:lvl2pPr>
            <a:lvl3pPr algn="l">
              <a:defRPr sz="1350" b="1">
                <a:solidFill>
                  <a:srgbClr val="17221F"/>
                </a:solidFill>
              </a:defRPr>
            </a:lvl3pPr>
            <a:lvl4pPr algn="l">
              <a:defRPr sz="1350" b="1">
                <a:solidFill>
                  <a:srgbClr val="17221F"/>
                </a:solidFill>
              </a:defRPr>
            </a:lvl4pPr>
            <a:lvl5pPr algn="l">
              <a:defRPr sz="1350" b="1">
                <a:solidFill>
                  <a:srgbClr val="17221F"/>
                </a:solidFill>
              </a:defRPr>
            </a:lvl5pPr>
            <a:lvl6pPr algn="l">
              <a:defRPr sz="1350" b="1">
                <a:solidFill>
                  <a:srgbClr val="17221F"/>
                </a:solidFill>
              </a:defRPr>
            </a:lvl6pPr>
            <a:lvl7pPr algn="l">
              <a:defRPr sz="1350" b="1">
                <a:solidFill>
                  <a:srgbClr val="17221F"/>
                </a:solidFill>
              </a:defRPr>
            </a:lvl7pPr>
            <a:lvl8pPr algn="l">
              <a:defRPr sz="1350" b="1">
                <a:solidFill>
                  <a:srgbClr val="17221F"/>
                </a:solidFill>
              </a:defRPr>
            </a:lvl8pPr>
            <a:lvl9pPr algn="l">
              <a:defRPr sz="13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21F"/>
                </a:solidFill>
              </a:defRPr>
            </a:pPr>
            <a:r>
              <a:rPr sz="1350" b="1">
                <a:solidFill>
                  <a:srgbClr val="17221F"/>
                </a:solidFill>
              </a:rPr>
              <a:t>Oracle JDK 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01610-18FB-4422-A885-B1273042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21F"/>
                </a:solidFill>
              </a:defRPr>
            </a:defPPr>
            <a:lvl1pPr algn="l">
              <a:defRPr sz="1350" b="1">
                <a:solidFill>
                  <a:srgbClr val="17221F"/>
                </a:solidFill>
              </a:defRPr>
            </a:lvl1pPr>
            <a:lvl2pPr algn="l">
              <a:defRPr sz="1350" b="1">
                <a:solidFill>
                  <a:srgbClr val="17221F"/>
                </a:solidFill>
              </a:defRPr>
            </a:lvl2pPr>
            <a:lvl3pPr algn="l">
              <a:defRPr sz="1350" b="1">
                <a:solidFill>
                  <a:srgbClr val="17221F"/>
                </a:solidFill>
              </a:defRPr>
            </a:lvl3pPr>
            <a:lvl4pPr algn="l">
              <a:defRPr sz="1350" b="1">
                <a:solidFill>
                  <a:srgbClr val="17221F"/>
                </a:solidFill>
              </a:defRPr>
            </a:lvl4pPr>
            <a:lvl5pPr algn="l">
              <a:defRPr sz="1350" b="1">
                <a:solidFill>
                  <a:srgbClr val="17221F"/>
                </a:solidFill>
              </a:defRPr>
            </a:lvl5pPr>
            <a:lvl6pPr algn="l">
              <a:defRPr sz="1350" b="1">
                <a:solidFill>
                  <a:srgbClr val="17221F"/>
                </a:solidFill>
              </a:defRPr>
            </a:lvl6pPr>
            <a:lvl7pPr algn="l">
              <a:defRPr sz="1350" b="1">
                <a:solidFill>
                  <a:srgbClr val="17221F"/>
                </a:solidFill>
              </a:defRPr>
            </a:lvl7pPr>
            <a:lvl8pPr algn="l">
              <a:defRPr sz="1350" b="1">
                <a:solidFill>
                  <a:srgbClr val="17221F"/>
                </a:solidFill>
              </a:defRPr>
            </a:lvl8pPr>
            <a:lvl9pPr algn="l">
              <a:defRPr sz="13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21F"/>
                </a:solidFill>
              </a:defRPr>
            </a:pPr>
            <a:r>
              <a:rPr sz="1350" b="1">
                <a:solidFill>
                  <a:srgbClr val="17221F"/>
                </a:solidFill>
              </a:rPr>
              <a:t>ECharts 5.5.1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3CBFF-EF1E-4235-9AA7-8CF29CCF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21F"/>
                </a:solidFill>
              </a:defRPr>
            </a:defPPr>
            <a:lvl1pPr algn="l">
              <a:defRPr sz="1350" b="1">
                <a:solidFill>
                  <a:srgbClr val="17221F"/>
                </a:solidFill>
              </a:defRPr>
            </a:lvl1pPr>
            <a:lvl2pPr algn="l">
              <a:defRPr sz="1350" b="1">
                <a:solidFill>
                  <a:srgbClr val="17221F"/>
                </a:solidFill>
              </a:defRPr>
            </a:lvl2pPr>
            <a:lvl3pPr algn="l">
              <a:defRPr sz="1350" b="1">
                <a:solidFill>
                  <a:srgbClr val="17221F"/>
                </a:solidFill>
              </a:defRPr>
            </a:lvl3pPr>
            <a:lvl4pPr algn="l">
              <a:defRPr sz="1350" b="1">
                <a:solidFill>
                  <a:srgbClr val="17221F"/>
                </a:solidFill>
              </a:defRPr>
            </a:lvl4pPr>
            <a:lvl5pPr algn="l">
              <a:defRPr sz="1350" b="1">
                <a:solidFill>
                  <a:srgbClr val="17221F"/>
                </a:solidFill>
              </a:defRPr>
            </a:lvl5pPr>
            <a:lvl6pPr algn="l">
              <a:defRPr sz="1350" b="1">
                <a:solidFill>
                  <a:srgbClr val="17221F"/>
                </a:solidFill>
              </a:defRPr>
            </a:lvl6pPr>
            <a:lvl7pPr algn="l">
              <a:defRPr sz="1350" b="1">
                <a:solidFill>
                  <a:srgbClr val="17221F"/>
                </a:solidFill>
              </a:defRPr>
            </a:lvl7pPr>
            <a:lvl8pPr algn="l">
              <a:defRPr sz="1350" b="1">
                <a:solidFill>
                  <a:srgbClr val="17221F"/>
                </a:solidFill>
              </a:defRPr>
            </a:lvl8pPr>
            <a:lvl9pPr algn="l">
              <a:defRPr sz="13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21F"/>
                </a:solidFill>
              </a:defRPr>
            </a:pPr>
            <a:r>
              <a:rPr sz="1350" b="1">
                <a:solidFill>
                  <a:srgbClr val="17221F"/>
                </a:solidFill>
              </a:rPr>
              <a:t>JUnit 5 + MockMvc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4337A-4C11-4E84-A4C6-7436A113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05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21F"/>
                </a:solidFill>
              </a:defRPr>
            </a:defPPr>
            <a:lvl1pPr algn="l">
              <a:defRPr sz="1350" b="1">
                <a:solidFill>
                  <a:srgbClr val="17221F"/>
                </a:solidFill>
              </a:defRPr>
            </a:lvl1pPr>
            <a:lvl2pPr algn="l">
              <a:defRPr sz="1350" b="1">
                <a:solidFill>
                  <a:srgbClr val="17221F"/>
                </a:solidFill>
              </a:defRPr>
            </a:lvl2pPr>
            <a:lvl3pPr algn="l">
              <a:defRPr sz="1350" b="1">
                <a:solidFill>
                  <a:srgbClr val="17221F"/>
                </a:solidFill>
              </a:defRPr>
            </a:lvl3pPr>
            <a:lvl4pPr algn="l">
              <a:defRPr sz="1350" b="1">
                <a:solidFill>
                  <a:srgbClr val="17221F"/>
                </a:solidFill>
              </a:defRPr>
            </a:lvl4pPr>
            <a:lvl5pPr algn="l">
              <a:defRPr sz="1350" b="1">
                <a:solidFill>
                  <a:srgbClr val="17221F"/>
                </a:solidFill>
              </a:defRPr>
            </a:lvl5pPr>
            <a:lvl6pPr algn="l">
              <a:defRPr sz="1350" b="1">
                <a:solidFill>
                  <a:srgbClr val="17221F"/>
                </a:solidFill>
              </a:defRPr>
            </a:lvl6pPr>
            <a:lvl7pPr algn="l">
              <a:defRPr sz="1350" b="1">
                <a:solidFill>
                  <a:srgbClr val="17221F"/>
                </a:solidFill>
              </a:defRPr>
            </a:lvl7pPr>
            <a:lvl8pPr algn="l">
              <a:defRPr sz="1350" b="1">
                <a:solidFill>
                  <a:srgbClr val="17221F"/>
                </a:solidFill>
              </a:defRPr>
            </a:lvl8pPr>
            <a:lvl9pPr algn="l">
              <a:defRPr sz="13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21F"/>
                </a:solidFill>
              </a:defRPr>
            </a:pPr>
            <a:r>
              <a:rPr sz="1350" b="1">
                <a:solidFill>
                  <a:srgbClr val="17221F"/>
                </a:solidFill>
              </a:rPr>
              <a:t>Git + 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59BDC-306B-4C7D-99DD-B48DED21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H2 仅用于本地快速演示和自动测试，不替代正式 MySQL 8 配置。Swagger 用于现场查看接口，JUnit 5 和 MockMvc 用于自动验证。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E71E3-41EE-4714-B0C6-6D23A6CB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9938F"/>
                </a:solidFill>
              </a:defRPr>
            </a:defPPr>
            <a:lvl1pPr algn="l">
              <a:defRPr sz="750" b="0">
                <a:solidFill>
                  <a:srgbClr val="89938F"/>
                </a:solidFill>
              </a:defRPr>
            </a:lvl1pPr>
            <a:lvl2pPr algn="l">
              <a:defRPr sz="750" b="0">
                <a:solidFill>
                  <a:srgbClr val="89938F"/>
                </a:solidFill>
              </a:defRPr>
            </a:lvl2pPr>
            <a:lvl3pPr algn="l">
              <a:defRPr sz="750" b="0">
                <a:solidFill>
                  <a:srgbClr val="89938F"/>
                </a:solidFill>
              </a:defRPr>
            </a:lvl3pPr>
            <a:lvl4pPr algn="l">
              <a:defRPr sz="750" b="0">
                <a:solidFill>
                  <a:srgbClr val="89938F"/>
                </a:solidFill>
              </a:defRPr>
            </a:lvl4pPr>
            <a:lvl5pPr algn="l">
              <a:defRPr sz="750" b="0">
                <a:solidFill>
                  <a:srgbClr val="89938F"/>
                </a:solidFill>
              </a:defRPr>
            </a:lvl5pPr>
            <a:lvl6pPr algn="l">
              <a:defRPr sz="750" b="0">
                <a:solidFill>
                  <a:srgbClr val="89938F"/>
                </a:solidFill>
              </a:defRPr>
            </a:lvl6pPr>
            <a:lvl7pPr algn="l">
              <a:defRPr sz="750" b="0">
                <a:solidFill>
                  <a:srgbClr val="89938F"/>
                </a:solidFill>
              </a:defRPr>
            </a:lvl7pPr>
            <a:lvl8pPr algn="l">
              <a:defRPr sz="750" b="0">
                <a:solidFill>
                  <a:srgbClr val="89938F"/>
                </a:solidFill>
              </a:defRPr>
            </a:lvl8pPr>
            <a:lvl9pPr algn="l">
              <a:defRPr sz="750" b="0">
                <a:solidFill>
                  <a:srgbClr val="89938F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9938F"/>
                </a:solidFill>
              </a:defRPr>
            </a:pPr>
            <a:r>
              <a:rPr sz="750" b="0">
                <a:solidFill>
                  <a:srgbClr val="89938F"/>
                </a:solidFill>
              </a:rPr>
              <a:t>第9组  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2106125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60DE0-B154-4025-B9FC-6B166D94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7221F"/>
                </a:solidFill>
              </a:defRPr>
            </a:defPPr>
            <a:lvl1pPr algn="l">
              <a:defRPr sz="2550" b="1">
                <a:solidFill>
                  <a:srgbClr val="17221F"/>
                </a:solidFill>
              </a:defRPr>
            </a:lvl1pPr>
            <a:lvl2pPr algn="l">
              <a:defRPr sz="2550" b="1">
                <a:solidFill>
                  <a:srgbClr val="17221F"/>
                </a:solidFill>
              </a:defRPr>
            </a:lvl2pPr>
            <a:lvl3pPr algn="l">
              <a:defRPr sz="2550" b="1">
                <a:solidFill>
                  <a:srgbClr val="17221F"/>
                </a:solidFill>
              </a:defRPr>
            </a:lvl3pPr>
            <a:lvl4pPr algn="l">
              <a:defRPr sz="2550" b="1">
                <a:solidFill>
                  <a:srgbClr val="17221F"/>
                </a:solidFill>
              </a:defRPr>
            </a:lvl4pPr>
            <a:lvl5pPr algn="l">
              <a:defRPr sz="2550" b="1">
                <a:solidFill>
                  <a:srgbClr val="17221F"/>
                </a:solidFill>
              </a:defRPr>
            </a:lvl5pPr>
            <a:lvl6pPr algn="l">
              <a:defRPr sz="2550" b="1">
                <a:solidFill>
                  <a:srgbClr val="17221F"/>
                </a:solidFill>
              </a:defRPr>
            </a:lvl6pPr>
            <a:lvl7pPr algn="l">
              <a:defRPr sz="2550" b="1">
                <a:solidFill>
                  <a:srgbClr val="17221F"/>
                </a:solidFill>
              </a:defRPr>
            </a:lvl7pPr>
            <a:lvl8pPr algn="l">
              <a:defRPr sz="2550" b="1">
                <a:solidFill>
                  <a:srgbClr val="17221F"/>
                </a:solidFill>
              </a:defRPr>
            </a:lvl8pPr>
            <a:lvl9pPr algn="l">
              <a:defRPr sz="25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21F"/>
                </a:solidFill>
              </a:defRPr>
            </a:pPr>
            <a:r>
              <a:rPr sz="2550" b="1">
                <a:solidFill>
                  <a:srgbClr val="17221F"/>
                </a:solidFill>
              </a:rPr>
              <a:t>网页使用方法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7760-3B0D-46B3-93B7-98E5A545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现场演示时按照左侧筛选、顶部 KPI、趋势图、对比图和明细表格的顺序操作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EBC8E-75D6-48E3-8140-CD2AFEE4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1F9278"/>
                </a:solidFill>
              </a:defRPr>
            </a:defPPr>
            <a:lvl1pPr algn="r">
              <a:defRPr sz="1200" b="1">
                <a:solidFill>
                  <a:srgbClr val="1F9278"/>
                </a:solidFill>
              </a:defRPr>
            </a:lvl1pPr>
            <a:lvl2pPr algn="r">
              <a:defRPr sz="1200" b="1">
                <a:solidFill>
                  <a:srgbClr val="1F9278"/>
                </a:solidFill>
              </a:defRPr>
            </a:lvl2pPr>
            <a:lvl3pPr algn="r">
              <a:defRPr sz="1200" b="1">
                <a:solidFill>
                  <a:srgbClr val="1F9278"/>
                </a:solidFill>
              </a:defRPr>
            </a:lvl3pPr>
            <a:lvl4pPr algn="r">
              <a:defRPr sz="1200" b="1">
                <a:solidFill>
                  <a:srgbClr val="1F9278"/>
                </a:solidFill>
              </a:defRPr>
            </a:lvl4pPr>
            <a:lvl5pPr algn="r">
              <a:defRPr sz="1200" b="1">
                <a:solidFill>
                  <a:srgbClr val="1F9278"/>
                </a:solidFill>
              </a:defRPr>
            </a:lvl5pPr>
            <a:lvl6pPr algn="r">
              <a:defRPr sz="1200" b="1">
                <a:solidFill>
                  <a:srgbClr val="1F9278"/>
                </a:solidFill>
              </a:defRPr>
            </a:lvl6pPr>
            <a:lvl7pPr algn="r">
              <a:defRPr sz="1200" b="1">
                <a:solidFill>
                  <a:srgbClr val="1F9278"/>
                </a:solidFill>
              </a:defRPr>
            </a:lvl7pPr>
            <a:lvl8pPr algn="r">
              <a:defRPr sz="1200" b="1">
                <a:solidFill>
                  <a:srgbClr val="1F9278"/>
                </a:solidFill>
              </a:defRPr>
            </a:lvl8pPr>
            <a:lvl9pPr algn="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17D32-15ED-4569-8E46-4819D14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EF8FF-8BAF-49D1-8858-95A0FBE32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93a7866e847ac"/>
          <a:stretch xmlns:a="http://schemas.openxmlformats.org/drawingml/2006/main"/>
        </p:blipFill>
        <p:spPr>
          <a:xfrm xmlns:a="http://schemas.openxmlformats.org/drawingml/2006/main">
            <a:off x="1479550" y="1428750"/>
            <a:ext cx="62230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D5827-0F25-42CD-952D-BD0222C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55A4A"/>
                </a:solidFill>
              </a:defRPr>
            </a:defPPr>
            <a:lvl1pPr algn="l">
              <a:defRPr sz="1650" b="1">
                <a:solidFill>
                  <a:srgbClr val="155A4A"/>
                </a:solidFill>
              </a:defRPr>
            </a:lvl1pPr>
            <a:lvl2pPr algn="l">
              <a:defRPr sz="1650" b="1">
                <a:solidFill>
                  <a:srgbClr val="155A4A"/>
                </a:solidFill>
              </a:defRPr>
            </a:lvl2pPr>
            <a:lvl3pPr algn="l">
              <a:defRPr sz="1650" b="1">
                <a:solidFill>
                  <a:srgbClr val="155A4A"/>
                </a:solidFill>
              </a:defRPr>
            </a:lvl3pPr>
            <a:lvl4pPr algn="l">
              <a:defRPr sz="1650" b="1">
                <a:solidFill>
                  <a:srgbClr val="155A4A"/>
                </a:solidFill>
              </a:defRPr>
            </a:lvl4pPr>
            <a:lvl5pPr algn="l">
              <a:defRPr sz="1650" b="1">
                <a:solidFill>
                  <a:srgbClr val="155A4A"/>
                </a:solidFill>
              </a:defRPr>
            </a:lvl5pPr>
            <a:lvl6pPr algn="l">
              <a:defRPr sz="1650" b="1">
                <a:solidFill>
                  <a:srgbClr val="155A4A"/>
                </a:solidFill>
              </a:defRPr>
            </a:lvl6pPr>
            <a:lvl7pPr algn="l">
              <a:defRPr sz="1650" b="1">
                <a:solidFill>
                  <a:srgbClr val="155A4A"/>
                </a:solidFill>
              </a:defRPr>
            </a:lvl7pPr>
            <a:lvl8pPr algn="l">
              <a:defRPr sz="1650" b="1">
                <a:solidFill>
                  <a:srgbClr val="155A4A"/>
                </a:solidFill>
              </a:defRPr>
            </a:lvl8pPr>
            <a:lvl9pPr algn="l">
              <a:defRPr sz="1650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5A4A"/>
                </a:solidFill>
              </a:defRPr>
            </a:pPr>
            <a:r>
              <a:rPr sz="1650" b="1">
                <a:solidFill>
                  <a:srgbClr val="155A4A"/>
                </a:solidFill>
              </a:rPr>
              <a:t>演示顺序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F29A4-15B1-40E7-AF92-2AAF534D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F9278"/>
                </a:solidFill>
              </a:defRPr>
            </a:defPPr>
            <a:lvl1pPr algn="l">
              <a:defRPr sz="1050" b="1">
                <a:solidFill>
                  <a:srgbClr val="1F9278"/>
                </a:solidFill>
              </a:defRPr>
            </a:lvl1pPr>
            <a:lvl2pPr algn="l">
              <a:defRPr sz="1050" b="1">
                <a:solidFill>
                  <a:srgbClr val="1F9278"/>
                </a:solidFill>
              </a:defRPr>
            </a:lvl2pPr>
            <a:lvl3pPr algn="l">
              <a:defRPr sz="1050" b="1">
                <a:solidFill>
                  <a:srgbClr val="1F9278"/>
                </a:solidFill>
              </a:defRPr>
            </a:lvl3pPr>
            <a:lvl4pPr algn="l">
              <a:defRPr sz="1050" b="1">
                <a:solidFill>
                  <a:srgbClr val="1F9278"/>
                </a:solidFill>
              </a:defRPr>
            </a:lvl4pPr>
            <a:lvl5pPr algn="l">
              <a:defRPr sz="1050" b="1">
                <a:solidFill>
                  <a:srgbClr val="1F9278"/>
                </a:solidFill>
              </a:defRPr>
            </a:lvl5pPr>
            <a:lvl6pPr algn="l">
              <a:defRPr sz="1050" b="1">
                <a:solidFill>
                  <a:srgbClr val="1F9278"/>
                </a:solidFill>
              </a:defRPr>
            </a:lvl6pPr>
            <a:lvl7pPr algn="l">
              <a:defRPr sz="1050" b="1">
                <a:solidFill>
                  <a:srgbClr val="1F9278"/>
                </a:solidFill>
              </a:defRPr>
            </a:lvl7pPr>
            <a:lvl8pPr algn="l">
              <a:defRPr sz="1050" b="1">
                <a:solidFill>
                  <a:srgbClr val="1F9278"/>
                </a:solidFill>
              </a:defRPr>
            </a:lvl8pPr>
            <a:lvl9pPr algn="l">
              <a:defRPr sz="10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9278"/>
                </a:solidFill>
              </a:defRPr>
            </a:pPr>
            <a:r>
              <a:rPr sz="1050" b="1">
                <a:solidFill>
                  <a:srgbClr val="1F927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E201B-123A-4047-B0CB-43A84B9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选择城市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2B387-E7EE-41CE-BD18-180C9082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669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可多选城市横向比较；未选择时页面给出提示，避免无效请求。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62781-68A6-489D-AC43-230122A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E7FA6"/>
                </a:solidFill>
              </a:defRPr>
            </a:defPPr>
            <a:lvl1pPr algn="l">
              <a:defRPr sz="1050" b="1">
                <a:solidFill>
                  <a:srgbClr val="3E7FA6"/>
                </a:solidFill>
              </a:defRPr>
            </a:lvl1pPr>
            <a:lvl2pPr algn="l">
              <a:defRPr sz="1050" b="1">
                <a:solidFill>
                  <a:srgbClr val="3E7FA6"/>
                </a:solidFill>
              </a:defRPr>
            </a:lvl2pPr>
            <a:lvl3pPr algn="l">
              <a:defRPr sz="1050" b="1">
                <a:solidFill>
                  <a:srgbClr val="3E7FA6"/>
                </a:solidFill>
              </a:defRPr>
            </a:lvl3pPr>
            <a:lvl4pPr algn="l">
              <a:defRPr sz="1050" b="1">
                <a:solidFill>
                  <a:srgbClr val="3E7FA6"/>
                </a:solidFill>
              </a:defRPr>
            </a:lvl4pPr>
            <a:lvl5pPr algn="l">
              <a:defRPr sz="1050" b="1">
                <a:solidFill>
                  <a:srgbClr val="3E7FA6"/>
                </a:solidFill>
              </a:defRPr>
            </a:lvl5pPr>
            <a:lvl6pPr algn="l">
              <a:defRPr sz="1050" b="1">
                <a:solidFill>
                  <a:srgbClr val="3E7FA6"/>
                </a:solidFill>
              </a:defRPr>
            </a:lvl6pPr>
            <a:lvl7pPr algn="l">
              <a:defRPr sz="1050" b="1">
                <a:solidFill>
                  <a:srgbClr val="3E7FA6"/>
                </a:solidFill>
              </a:defRPr>
            </a:lvl7pPr>
            <a:lvl8pPr algn="l">
              <a:defRPr sz="1050" b="1">
                <a:solidFill>
                  <a:srgbClr val="3E7FA6"/>
                </a:solidFill>
              </a:defRPr>
            </a:lvl8pPr>
            <a:lvl9pPr algn="l">
              <a:defRPr sz="1050" b="1">
                <a:solidFill>
                  <a:srgbClr val="3E7FA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E7FA6"/>
                </a:solidFill>
              </a:defRPr>
            </a:pPr>
            <a:r>
              <a:rPr sz="1050" b="1">
                <a:solidFill>
                  <a:srgbClr val="3E7FA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1122E-D3B6-4FA3-9A20-66CE803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设置日期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AE724-1DAE-4B4F-BAF8-F237D7D1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242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默认展示最近 30 天，也可以修改起止日期观察更长趋势。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74030-5579-4C7B-BD54-9E3764E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D89D2E"/>
                </a:solidFill>
              </a:defRPr>
            </a:defPPr>
            <a:lvl1pPr algn="l">
              <a:defRPr sz="1050" b="1">
                <a:solidFill>
                  <a:srgbClr val="D89D2E"/>
                </a:solidFill>
              </a:defRPr>
            </a:lvl1pPr>
            <a:lvl2pPr algn="l">
              <a:defRPr sz="1050" b="1">
                <a:solidFill>
                  <a:srgbClr val="D89D2E"/>
                </a:solidFill>
              </a:defRPr>
            </a:lvl2pPr>
            <a:lvl3pPr algn="l">
              <a:defRPr sz="1050" b="1">
                <a:solidFill>
                  <a:srgbClr val="D89D2E"/>
                </a:solidFill>
              </a:defRPr>
            </a:lvl3pPr>
            <a:lvl4pPr algn="l">
              <a:defRPr sz="1050" b="1">
                <a:solidFill>
                  <a:srgbClr val="D89D2E"/>
                </a:solidFill>
              </a:defRPr>
            </a:lvl4pPr>
            <a:lvl5pPr algn="l">
              <a:defRPr sz="1050" b="1">
                <a:solidFill>
                  <a:srgbClr val="D89D2E"/>
                </a:solidFill>
              </a:defRPr>
            </a:lvl5pPr>
            <a:lvl6pPr algn="l">
              <a:defRPr sz="1050" b="1">
                <a:solidFill>
                  <a:srgbClr val="D89D2E"/>
                </a:solidFill>
              </a:defRPr>
            </a:lvl6pPr>
            <a:lvl7pPr algn="l">
              <a:defRPr sz="1050" b="1">
                <a:solidFill>
                  <a:srgbClr val="D89D2E"/>
                </a:solidFill>
              </a:defRPr>
            </a:lvl7pPr>
            <a:lvl8pPr algn="l">
              <a:defRPr sz="1050" b="1">
                <a:solidFill>
                  <a:srgbClr val="D89D2E"/>
                </a:solidFill>
              </a:defRPr>
            </a:lvl8pPr>
            <a:lvl9pPr algn="l">
              <a:defRPr sz="1050" b="1">
                <a:solidFill>
                  <a:srgbClr val="D89D2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9D2E"/>
                </a:solidFill>
              </a:defRPr>
            </a:pPr>
            <a:r>
              <a:rPr sz="1050" b="1">
                <a:solidFill>
                  <a:srgbClr val="D89D2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F557C-661D-49D4-A74C-FF8DD63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切换指标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C0E57-5642-4EF5-B127-6F8B3A0F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814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支持 PM2.5、PM10、SO2、NO2、O3 和 AQI，单位随指标变化。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3C7D3-67F8-46C4-ABA5-2514BA2B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38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C95D43"/>
                </a:solidFill>
              </a:defRPr>
            </a:defPPr>
            <a:lvl1pPr algn="l">
              <a:defRPr sz="1050" b="1">
                <a:solidFill>
                  <a:srgbClr val="C95D43"/>
                </a:solidFill>
              </a:defRPr>
            </a:lvl1pPr>
            <a:lvl2pPr algn="l">
              <a:defRPr sz="1050" b="1">
                <a:solidFill>
                  <a:srgbClr val="C95D43"/>
                </a:solidFill>
              </a:defRPr>
            </a:lvl2pPr>
            <a:lvl3pPr algn="l">
              <a:defRPr sz="1050" b="1">
                <a:solidFill>
                  <a:srgbClr val="C95D43"/>
                </a:solidFill>
              </a:defRPr>
            </a:lvl3pPr>
            <a:lvl4pPr algn="l">
              <a:defRPr sz="1050" b="1">
                <a:solidFill>
                  <a:srgbClr val="C95D43"/>
                </a:solidFill>
              </a:defRPr>
            </a:lvl4pPr>
            <a:lvl5pPr algn="l">
              <a:defRPr sz="1050" b="1">
                <a:solidFill>
                  <a:srgbClr val="C95D43"/>
                </a:solidFill>
              </a:defRPr>
            </a:lvl5pPr>
            <a:lvl6pPr algn="l">
              <a:defRPr sz="1050" b="1">
                <a:solidFill>
                  <a:srgbClr val="C95D43"/>
                </a:solidFill>
              </a:defRPr>
            </a:lvl6pPr>
            <a:lvl7pPr algn="l">
              <a:defRPr sz="1050" b="1">
                <a:solidFill>
                  <a:srgbClr val="C95D43"/>
                </a:solidFill>
              </a:defRPr>
            </a:lvl7pPr>
            <a:lvl8pPr algn="l">
              <a:defRPr sz="1050" b="1">
                <a:solidFill>
                  <a:srgbClr val="C95D43"/>
                </a:solidFill>
              </a:defRPr>
            </a:lvl8pPr>
            <a:lvl9pPr algn="l">
              <a:defRPr sz="1050" b="1">
                <a:solidFill>
                  <a:srgbClr val="C95D43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95D43"/>
                </a:solidFill>
              </a:defRPr>
            </a:pPr>
            <a:r>
              <a:rPr sz="1050" b="1">
                <a:solidFill>
                  <a:srgbClr val="C95D43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2C7C-EACA-49CE-9426-81186FF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19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7221F"/>
                </a:solidFill>
              </a:defRPr>
            </a:defPPr>
            <a:lvl1pPr algn="l">
              <a:defRPr sz="1500" b="1">
                <a:solidFill>
                  <a:srgbClr val="17221F"/>
                </a:solidFill>
              </a:defRPr>
            </a:lvl1pPr>
            <a:lvl2pPr algn="l">
              <a:defRPr sz="1500" b="1">
                <a:solidFill>
                  <a:srgbClr val="17221F"/>
                </a:solidFill>
              </a:defRPr>
            </a:lvl2pPr>
            <a:lvl3pPr algn="l">
              <a:defRPr sz="1500" b="1">
                <a:solidFill>
                  <a:srgbClr val="17221F"/>
                </a:solidFill>
              </a:defRPr>
            </a:lvl3pPr>
            <a:lvl4pPr algn="l">
              <a:defRPr sz="1500" b="1">
                <a:solidFill>
                  <a:srgbClr val="17221F"/>
                </a:solidFill>
              </a:defRPr>
            </a:lvl4pPr>
            <a:lvl5pPr algn="l">
              <a:defRPr sz="1500" b="1">
                <a:solidFill>
                  <a:srgbClr val="17221F"/>
                </a:solidFill>
              </a:defRPr>
            </a:lvl5pPr>
            <a:lvl6pPr algn="l">
              <a:defRPr sz="1500" b="1">
                <a:solidFill>
                  <a:srgbClr val="17221F"/>
                </a:solidFill>
              </a:defRPr>
            </a:lvl6pPr>
            <a:lvl7pPr algn="l">
              <a:defRPr sz="1500" b="1">
                <a:solidFill>
                  <a:srgbClr val="17221F"/>
                </a:solidFill>
              </a:defRPr>
            </a:lvl7pPr>
            <a:lvl8pPr algn="l">
              <a:defRPr sz="1500" b="1">
                <a:solidFill>
                  <a:srgbClr val="17221F"/>
                </a:solidFill>
              </a:defRPr>
            </a:lvl8pPr>
            <a:lvl9pPr algn="l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更新看板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A96A6-EC94-44D8-B522-D52CB9F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720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点击后并行调用统计、趋势、分布、排行、地图和分页接口。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888DC-34FB-424B-8B17-210194D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9938F"/>
                </a:solidFill>
              </a:defRPr>
            </a:defPPr>
            <a:lvl1pPr algn="l">
              <a:defRPr sz="750" b="0">
                <a:solidFill>
                  <a:srgbClr val="89938F"/>
                </a:solidFill>
              </a:defRPr>
            </a:lvl1pPr>
            <a:lvl2pPr algn="l">
              <a:defRPr sz="750" b="0">
                <a:solidFill>
                  <a:srgbClr val="89938F"/>
                </a:solidFill>
              </a:defRPr>
            </a:lvl2pPr>
            <a:lvl3pPr algn="l">
              <a:defRPr sz="750" b="0">
                <a:solidFill>
                  <a:srgbClr val="89938F"/>
                </a:solidFill>
              </a:defRPr>
            </a:lvl3pPr>
            <a:lvl4pPr algn="l">
              <a:defRPr sz="750" b="0">
                <a:solidFill>
                  <a:srgbClr val="89938F"/>
                </a:solidFill>
              </a:defRPr>
            </a:lvl4pPr>
            <a:lvl5pPr algn="l">
              <a:defRPr sz="750" b="0">
                <a:solidFill>
                  <a:srgbClr val="89938F"/>
                </a:solidFill>
              </a:defRPr>
            </a:lvl5pPr>
            <a:lvl6pPr algn="l">
              <a:defRPr sz="750" b="0">
                <a:solidFill>
                  <a:srgbClr val="89938F"/>
                </a:solidFill>
              </a:defRPr>
            </a:lvl6pPr>
            <a:lvl7pPr algn="l">
              <a:defRPr sz="750" b="0">
                <a:solidFill>
                  <a:srgbClr val="89938F"/>
                </a:solidFill>
              </a:defRPr>
            </a:lvl7pPr>
            <a:lvl8pPr algn="l">
              <a:defRPr sz="750" b="0">
                <a:solidFill>
                  <a:srgbClr val="89938F"/>
                </a:solidFill>
              </a:defRPr>
            </a:lvl8pPr>
            <a:lvl9pPr algn="l">
              <a:defRPr sz="750" b="0">
                <a:solidFill>
                  <a:srgbClr val="89938F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9938F"/>
                </a:solidFill>
              </a:defRPr>
            </a:pPr>
            <a:r>
              <a:rPr sz="750" b="0">
                <a:solidFill>
                  <a:srgbClr val="89938F"/>
                </a:solidFill>
              </a:rPr>
              <a:t>第9组  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374027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20AB7-6F8A-4234-AB2E-1E06AE4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7221F"/>
                </a:solidFill>
              </a:defRPr>
            </a:defPPr>
            <a:lvl1pPr algn="l">
              <a:defRPr sz="2550" b="1">
                <a:solidFill>
                  <a:srgbClr val="17221F"/>
                </a:solidFill>
              </a:defRPr>
            </a:lvl1pPr>
            <a:lvl2pPr algn="l">
              <a:defRPr sz="2550" b="1">
                <a:solidFill>
                  <a:srgbClr val="17221F"/>
                </a:solidFill>
              </a:defRPr>
            </a:lvl2pPr>
            <a:lvl3pPr algn="l">
              <a:defRPr sz="2550" b="1">
                <a:solidFill>
                  <a:srgbClr val="17221F"/>
                </a:solidFill>
              </a:defRPr>
            </a:lvl3pPr>
            <a:lvl4pPr algn="l">
              <a:defRPr sz="2550" b="1">
                <a:solidFill>
                  <a:srgbClr val="17221F"/>
                </a:solidFill>
              </a:defRPr>
            </a:lvl4pPr>
            <a:lvl5pPr algn="l">
              <a:defRPr sz="2550" b="1">
                <a:solidFill>
                  <a:srgbClr val="17221F"/>
                </a:solidFill>
              </a:defRPr>
            </a:lvl5pPr>
            <a:lvl6pPr algn="l">
              <a:defRPr sz="2550" b="1">
                <a:solidFill>
                  <a:srgbClr val="17221F"/>
                </a:solidFill>
              </a:defRPr>
            </a:lvl6pPr>
            <a:lvl7pPr algn="l">
              <a:defRPr sz="2550" b="1">
                <a:solidFill>
                  <a:srgbClr val="17221F"/>
                </a:solidFill>
              </a:defRPr>
            </a:lvl7pPr>
            <a:lvl8pPr algn="l">
              <a:defRPr sz="2550" b="1">
                <a:solidFill>
                  <a:srgbClr val="17221F"/>
                </a:solidFill>
              </a:defRPr>
            </a:lvl8pPr>
            <a:lvl9pPr algn="l">
              <a:defRPr sz="25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21F"/>
                </a:solidFill>
              </a:defRPr>
            </a:pPr>
            <a:r>
              <a:rPr sz="2550" b="1">
                <a:solidFill>
                  <a:srgbClr val="17221F"/>
                </a:solidFill>
              </a:rPr>
              <a:t>功能完成情况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7827F-25C0-4CEA-8390-A538602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各项数量均达到或超过任务书要求，页面筛选会真实请求数据库聚合结果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54261-3797-4F4A-85BE-CC725754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1F9278"/>
                </a:solidFill>
              </a:defRPr>
            </a:defPPr>
            <a:lvl1pPr algn="r">
              <a:defRPr sz="1200" b="1">
                <a:solidFill>
                  <a:srgbClr val="1F9278"/>
                </a:solidFill>
              </a:defRPr>
            </a:lvl1pPr>
            <a:lvl2pPr algn="r">
              <a:defRPr sz="1200" b="1">
                <a:solidFill>
                  <a:srgbClr val="1F9278"/>
                </a:solidFill>
              </a:defRPr>
            </a:lvl2pPr>
            <a:lvl3pPr algn="r">
              <a:defRPr sz="1200" b="1">
                <a:solidFill>
                  <a:srgbClr val="1F9278"/>
                </a:solidFill>
              </a:defRPr>
            </a:lvl3pPr>
            <a:lvl4pPr algn="r">
              <a:defRPr sz="1200" b="1">
                <a:solidFill>
                  <a:srgbClr val="1F9278"/>
                </a:solidFill>
              </a:defRPr>
            </a:lvl4pPr>
            <a:lvl5pPr algn="r">
              <a:defRPr sz="1200" b="1">
                <a:solidFill>
                  <a:srgbClr val="1F9278"/>
                </a:solidFill>
              </a:defRPr>
            </a:lvl5pPr>
            <a:lvl6pPr algn="r">
              <a:defRPr sz="1200" b="1">
                <a:solidFill>
                  <a:srgbClr val="1F9278"/>
                </a:solidFill>
              </a:defRPr>
            </a:lvl6pPr>
            <a:lvl7pPr algn="r">
              <a:defRPr sz="1200" b="1">
                <a:solidFill>
                  <a:srgbClr val="1F9278"/>
                </a:solidFill>
              </a:defRPr>
            </a:lvl7pPr>
            <a:lvl8pPr algn="r">
              <a:defRPr sz="1200" b="1">
                <a:solidFill>
                  <a:srgbClr val="1F9278"/>
                </a:solidFill>
              </a:defRPr>
            </a:lvl8pPr>
            <a:lvl9pPr algn="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27BE5-386F-49FF-805D-AF58219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DBA73-E0C3-450C-847A-86B92BDE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050" b="1">
                <a:solidFill>
                  <a:srgbClr val="1F9278"/>
                </a:solidFill>
              </a:defRPr>
            </a:defPPr>
            <a:lvl1pPr algn="ctr">
              <a:defRPr sz="4050" b="1">
                <a:solidFill>
                  <a:srgbClr val="1F9278"/>
                </a:solidFill>
              </a:defRPr>
            </a:lvl1pPr>
            <a:lvl2pPr algn="ctr">
              <a:defRPr sz="4050" b="1">
                <a:solidFill>
                  <a:srgbClr val="1F9278"/>
                </a:solidFill>
              </a:defRPr>
            </a:lvl2pPr>
            <a:lvl3pPr algn="ctr">
              <a:defRPr sz="4050" b="1">
                <a:solidFill>
                  <a:srgbClr val="1F9278"/>
                </a:solidFill>
              </a:defRPr>
            </a:lvl3pPr>
            <a:lvl4pPr algn="ctr">
              <a:defRPr sz="4050" b="1">
                <a:solidFill>
                  <a:srgbClr val="1F9278"/>
                </a:solidFill>
              </a:defRPr>
            </a:lvl4pPr>
            <a:lvl5pPr algn="ctr">
              <a:defRPr sz="4050" b="1">
                <a:solidFill>
                  <a:srgbClr val="1F9278"/>
                </a:solidFill>
              </a:defRPr>
            </a:lvl5pPr>
            <a:lvl6pPr algn="ctr">
              <a:defRPr sz="4050" b="1">
                <a:solidFill>
                  <a:srgbClr val="1F9278"/>
                </a:solidFill>
              </a:defRPr>
            </a:lvl6pPr>
            <a:lvl7pPr algn="ctr">
              <a:defRPr sz="4050" b="1">
                <a:solidFill>
                  <a:srgbClr val="1F9278"/>
                </a:solidFill>
              </a:defRPr>
            </a:lvl7pPr>
            <a:lvl8pPr algn="ctr">
              <a:defRPr sz="4050" b="1">
                <a:solidFill>
                  <a:srgbClr val="1F9278"/>
                </a:solidFill>
              </a:defRPr>
            </a:lvl8pPr>
            <a:lvl9pPr algn="ctr">
              <a:defRPr sz="405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1F9278"/>
                </a:solidFill>
              </a:defRPr>
            </a:pPr>
            <a:r>
              <a:rPr sz="4050" b="1">
                <a:solidFill>
                  <a:srgbClr val="1F9278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E5048-39C0-4C98-BC99-8DF6F662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1F"/>
                </a:solidFill>
              </a:defRPr>
            </a:defPPr>
            <a:lvl1pPr algn="ctr">
              <a:defRPr sz="1500" b="1">
                <a:solidFill>
                  <a:srgbClr val="17221F"/>
                </a:solidFill>
              </a:defRPr>
            </a:lvl1pPr>
            <a:lvl2pPr algn="ctr">
              <a:defRPr sz="1500" b="1">
                <a:solidFill>
                  <a:srgbClr val="17221F"/>
                </a:solidFill>
              </a:defRPr>
            </a:lvl2pPr>
            <a:lvl3pPr algn="ctr">
              <a:defRPr sz="1500" b="1">
                <a:solidFill>
                  <a:srgbClr val="17221F"/>
                </a:solidFill>
              </a:defRPr>
            </a:lvl3pPr>
            <a:lvl4pPr algn="ctr">
              <a:defRPr sz="1500" b="1">
                <a:solidFill>
                  <a:srgbClr val="17221F"/>
                </a:solidFill>
              </a:defRPr>
            </a:lvl4pPr>
            <a:lvl5pPr algn="ctr">
              <a:defRPr sz="1500" b="1">
                <a:solidFill>
                  <a:srgbClr val="17221F"/>
                </a:solidFill>
              </a:defRPr>
            </a:lvl5pPr>
            <a:lvl6pPr algn="ctr">
              <a:defRPr sz="1500" b="1">
                <a:solidFill>
                  <a:srgbClr val="17221F"/>
                </a:solidFill>
              </a:defRPr>
            </a:lvl6pPr>
            <a:lvl7pPr algn="ctr">
              <a:defRPr sz="1500" b="1">
                <a:solidFill>
                  <a:srgbClr val="17221F"/>
                </a:solidFill>
              </a:defRPr>
            </a:lvl7pPr>
            <a:lvl8pPr algn="ctr">
              <a:defRPr sz="1500" b="1">
                <a:solidFill>
                  <a:srgbClr val="17221F"/>
                </a:solidFill>
              </a:defRPr>
            </a:lvl8pPr>
            <a:lvl9pPr algn="ctr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KPI 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D9194-2B9A-4E2B-8249-48EBE72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66716D"/>
                </a:solidFill>
              </a:defRPr>
            </a:defPPr>
            <a:lvl1pPr algn="ctr">
              <a:defRPr sz="975" b="0">
                <a:solidFill>
                  <a:srgbClr val="66716D"/>
                </a:solidFill>
              </a:defRPr>
            </a:lvl1pPr>
            <a:lvl2pPr algn="ctr">
              <a:defRPr sz="975" b="0">
                <a:solidFill>
                  <a:srgbClr val="66716D"/>
                </a:solidFill>
              </a:defRPr>
            </a:lvl2pPr>
            <a:lvl3pPr algn="ctr">
              <a:defRPr sz="975" b="0">
                <a:solidFill>
                  <a:srgbClr val="66716D"/>
                </a:solidFill>
              </a:defRPr>
            </a:lvl3pPr>
            <a:lvl4pPr algn="ctr">
              <a:defRPr sz="975" b="0">
                <a:solidFill>
                  <a:srgbClr val="66716D"/>
                </a:solidFill>
              </a:defRPr>
            </a:lvl4pPr>
            <a:lvl5pPr algn="ctr">
              <a:defRPr sz="975" b="0">
                <a:solidFill>
                  <a:srgbClr val="66716D"/>
                </a:solidFill>
              </a:defRPr>
            </a:lvl5pPr>
            <a:lvl6pPr algn="ctr">
              <a:defRPr sz="975" b="0">
                <a:solidFill>
                  <a:srgbClr val="66716D"/>
                </a:solidFill>
              </a:defRPr>
            </a:lvl6pPr>
            <a:lvl7pPr algn="ctr">
              <a:defRPr sz="975" b="0">
                <a:solidFill>
                  <a:srgbClr val="66716D"/>
                </a:solidFill>
              </a:defRPr>
            </a:lvl7pPr>
            <a:lvl8pPr algn="ctr">
              <a:defRPr sz="975" b="0">
                <a:solidFill>
                  <a:srgbClr val="66716D"/>
                </a:solidFill>
              </a:defRPr>
            </a:lvl8pPr>
            <a:lvl9pPr algn="ctr">
              <a:defRPr sz="97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6716D"/>
                </a:solidFill>
              </a:defRPr>
            </a:pPr>
            <a:r>
              <a:rPr sz="975" b="0">
                <a:solidFill>
                  <a:srgbClr val="66716D"/>
                </a:solidFill>
              </a:rPr>
              <a:t>要求至少 5 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E10ED-2A74-41A9-8971-B5ED15B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050" b="1">
                <a:solidFill>
                  <a:srgbClr val="3E7FA6"/>
                </a:solidFill>
              </a:defRPr>
            </a:defPPr>
            <a:lvl1pPr algn="ctr">
              <a:defRPr sz="4050" b="1">
                <a:solidFill>
                  <a:srgbClr val="3E7FA6"/>
                </a:solidFill>
              </a:defRPr>
            </a:lvl1pPr>
            <a:lvl2pPr algn="ctr">
              <a:defRPr sz="4050" b="1">
                <a:solidFill>
                  <a:srgbClr val="3E7FA6"/>
                </a:solidFill>
              </a:defRPr>
            </a:lvl2pPr>
            <a:lvl3pPr algn="ctr">
              <a:defRPr sz="4050" b="1">
                <a:solidFill>
                  <a:srgbClr val="3E7FA6"/>
                </a:solidFill>
              </a:defRPr>
            </a:lvl3pPr>
            <a:lvl4pPr algn="ctr">
              <a:defRPr sz="4050" b="1">
                <a:solidFill>
                  <a:srgbClr val="3E7FA6"/>
                </a:solidFill>
              </a:defRPr>
            </a:lvl4pPr>
            <a:lvl5pPr algn="ctr">
              <a:defRPr sz="4050" b="1">
                <a:solidFill>
                  <a:srgbClr val="3E7FA6"/>
                </a:solidFill>
              </a:defRPr>
            </a:lvl5pPr>
            <a:lvl6pPr algn="ctr">
              <a:defRPr sz="4050" b="1">
                <a:solidFill>
                  <a:srgbClr val="3E7FA6"/>
                </a:solidFill>
              </a:defRPr>
            </a:lvl6pPr>
            <a:lvl7pPr algn="ctr">
              <a:defRPr sz="4050" b="1">
                <a:solidFill>
                  <a:srgbClr val="3E7FA6"/>
                </a:solidFill>
              </a:defRPr>
            </a:lvl7pPr>
            <a:lvl8pPr algn="ctr">
              <a:defRPr sz="4050" b="1">
                <a:solidFill>
                  <a:srgbClr val="3E7FA6"/>
                </a:solidFill>
              </a:defRPr>
            </a:lvl8pPr>
            <a:lvl9pPr algn="ctr">
              <a:defRPr sz="4050" b="1">
                <a:solidFill>
                  <a:srgbClr val="3E7FA6"/>
                </a:solidFill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3E7FA6"/>
                </a:solidFill>
              </a:defRPr>
            </a:pPr>
            <a:r>
              <a:rPr sz="4050" b="1">
                <a:solidFill>
                  <a:srgbClr val="3E7FA6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53D80-8C25-47AC-94E1-2BE7A60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1F"/>
                </a:solidFill>
              </a:defRPr>
            </a:defPPr>
            <a:lvl1pPr algn="ctr">
              <a:defRPr sz="1500" b="1">
                <a:solidFill>
                  <a:srgbClr val="17221F"/>
                </a:solidFill>
              </a:defRPr>
            </a:lvl1pPr>
            <a:lvl2pPr algn="ctr">
              <a:defRPr sz="1500" b="1">
                <a:solidFill>
                  <a:srgbClr val="17221F"/>
                </a:solidFill>
              </a:defRPr>
            </a:lvl2pPr>
            <a:lvl3pPr algn="ctr">
              <a:defRPr sz="1500" b="1">
                <a:solidFill>
                  <a:srgbClr val="17221F"/>
                </a:solidFill>
              </a:defRPr>
            </a:lvl3pPr>
            <a:lvl4pPr algn="ctr">
              <a:defRPr sz="1500" b="1">
                <a:solidFill>
                  <a:srgbClr val="17221F"/>
                </a:solidFill>
              </a:defRPr>
            </a:lvl4pPr>
            <a:lvl5pPr algn="ctr">
              <a:defRPr sz="1500" b="1">
                <a:solidFill>
                  <a:srgbClr val="17221F"/>
                </a:solidFill>
              </a:defRPr>
            </a:lvl5pPr>
            <a:lvl6pPr algn="ctr">
              <a:defRPr sz="1500" b="1">
                <a:solidFill>
                  <a:srgbClr val="17221F"/>
                </a:solidFill>
              </a:defRPr>
            </a:lvl6pPr>
            <a:lvl7pPr algn="ctr">
              <a:defRPr sz="1500" b="1">
                <a:solidFill>
                  <a:srgbClr val="17221F"/>
                </a:solidFill>
              </a:defRPr>
            </a:lvl7pPr>
            <a:lvl8pPr algn="ctr">
              <a:defRPr sz="1500" b="1">
                <a:solidFill>
                  <a:srgbClr val="17221F"/>
                </a:solidFill>
              </a:defRPr>
            </a:lvl8pPr>
            <a:lvl9pPr algn="ctr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图表类型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0D1A9-E870-4FF9-8540-2BD86409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66716D"/>
                </a:solidFill>
              </a:defRPr>
            </a:defPPr>
            <a:lvl1pPr algn="ctr">
              <a:defRPr sz="975" b="0">
                <a:solidFill>
                  <a:srgbClr val="66716D"/>
                </a:solidFill>
              </a:defRPr>
            </a:lvl1pPr>
            <a:lvl2pPr algn="ctr">
              <a:defRPr sz="975" b="0">
                <a:solidFill>
                  <a:srgbClr val="66716D"/>
                </a:solidFill>
              </a:defRPr>
            </a:lvl2pPr>
            <a:lvl3pPr algn="ctr">
              <a:defRPr sz="975" b="0">
                <a:solidFill>
                  <a:srgbClr val="66716D"/>
                </a:solidFill>
              </a:defRPr>
            </a:lvl3pPr>
            <a:lvl4pPr algn="ctr">
              <a:defRPr sz="975" b="0">
                <a:solidFill>
                  <a:srgbClr val="66716D"/>
                </a:solidFill>
              </a:defRPr>
            </a:lvl4pPr>
            <a:lvl5pPr algn="ctr">
              <a:defRPr sz="975" b="0">
                <a:solidFill>
                  <a:srgbClr val="66716D"/>
                </a:solidFill>
              </a:defRPr>
            </a:lvl5pPr>
            <a:lvl6pPr algn="ctr">
              <a:defRPr sz="975" b="0">
                <a:solidFill>
                  <a:srgbClr val="66716D"/>
                </a:solidFill>
              </a:defRPr>
            </a:lvl6pPr>
            <a:lvl7pPr algn="ctr">
              <a:defRPr sz="975" b="0">
                <a:solidFill>
                  <a:srgbClr val="66716D"/>
                </a:solidFill>
              </a:defRPr>
            </a:lvl7pPr>
            <a:lvl8pPr algn="ctr">
              <a:defRPr sz="975" b="0">
                <a:solidFill>
                  <a:srgbClr val="66716D"/>
                </a:solidFill>
              </a:defRPr>
            </a:lvl8pPr>
            <a:lvl9pPr algn="ctr">
              <a:defRPr sz="97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6716D"/>
                </a:solidFill>
              </a:defRPr>
            </a:pPr>
            <a:r>
              <a:rPr sz="975" b="0">
                <a:solidFill>
                  <a:srgbClr val="66716D"/>
                </a:solidFill>
              </a:rPr>
              <a:t>折线、柱状、环形、排行、空间分布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D161A-398F-4611-9A71-AE301AE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050" b="1">
                <a:solidFill>
                  <a:srgbClr val="D89D2E"/>
                </a:solidFill>
              </a:defRPr>
            </a:defPPr>
            <a:lvl1pPr algn="ctr">
              <a:defRPr sz="4050" b="1">
                <a:solidFill>
                  <a:srgbClr val="D89D2E"/>
                </a:solidFill>
              </a:defRPr>
            </a:lvl1pPr>
            <a:lvl2pPr algn="ctr">
              <a:defRPr sz="4050" b="1">
                <a:solidFill>
                  <a:srgbClr val="D89D2E"/>
                </a:solidFill>
              </a:defRPr>
            </a:lvl2pPr>
            <a:lvl3pPr algn="ctr">
              <a:defRPr sz="4050" b="1">
                <a:solidFill>
                  <a:srgbClr val="D89D2E"/>
                </a:solidFill>
              </a:defRPr>
            </a:lvl3pPr>
            <a:lvl4pPr algn="ctr">
              <a:defRPr sz="4050" b="1">
                <a:solidFill>
                  <a:srgbClr val="D89D2E"/>
                </a:solidFill>
              </a:defRPr>
            </a:lvl4pPr>
            <a:lvl5pPr algn="ctr">
              <a:defRPr sz="4050" b="1">
                <a:solidFill>
                  <a:srgbClr val="D89D2E"/>
                </a:solidFill>
              </a:defRPr>
            </a:lvl5pPr>
            <a:lvl6pPr algn="ctr">
              <a:defRPr sz="4050" b="1">
                <a:solidFill>
                  <a:srgbClr val="D89D2E"/>
                </a:solidFill>
              </a:defRPr>
            </a:lvl6pPr>
            <a:lvl7pPr algn="ctr">
              <a:defRPr sz="4050" b="1">
                <a:solidFill>
                  <a:srgbClr val="D89D2E"/>
                </a:solidFill>
              </a:defRPr>
            </a:lvl7pPr>
            <a:lvl8pPr algn="ctr">
              <a:defRPr sz="4050" b="1">
                <a:solidFill>
                  <a:srgbClr val="D89D2E"/>
                </a:solidFill>
              </a:defRPr>
            </a:lvl8pPr>
            <a:lvl9pPr algn="ctr">
              <a:defRPr sz="4050" b="1">
                <a:solidFill>
                  <a:srgbClr val="D89D2E"/>
                </a:solidFill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D89D2E"/>
                </a:solidFill>
              </a:defRPr>
            </a:pPr>
            <a:r>
              <a:rPr sz="4050" b="1">
                <a:solidFill>
                  <a:srgbClr val="D89D2E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6AA85-E323-4053-9055-0EB800B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1F"/>
                </a:solidFill>
              </a:defRPr>
            </a:defPPr>
            <a:lvl1pPr algn="ctr">
              <a:defRPr sz="1500" b="1">
                <a:solidFill>
                  <a:srgbClr val="17221F"/>
                </a:solidFill>
              </a:defRPr>
            </a:lvl1pPr>
            <a:lvl2pPr algn="ctr">
              <a:defRPr sz="1500" b="1">
                <a:solidFill>
                  <a:srgbClr val="17221F"/>
                </a:solidFill>
              </a:defRPr>
            </a:lvl2pPr>
            <a:lvl3pPr algn="ctr">
              <a:defRPr sz="1500" b="1">
                <a:solidFill>
                  <a:srgbClr val="17221F"/>
                </a:solidFill>
              </a:defRPr>
            </a:lvl3pPr>
            <a:lvl4pPr algn="ctr">
              <a:defRPr sz="1500" b="1">
                <a:solidFill>
                  <a:srgbClr val="17221F"/>
                </a:solidFill>
              </a:defRPr>
            </a:lvl4pPr>
            <a:lvl5pPr algn="ctr">
              <a:defRPr sz="1500" b="1">
                <a:solidFill>
                  <a:srgbClr val="17221F"/>
                </a:solidFill>
              </a:defRPr>
            </a:lvl5pPr>
            <a:lvl6pPr algn="ctr">
              <a:defRPr sz="1500" b="1">
                <a:solidFill>
                  <a:srgbClr val="17221F"/>
                </a:solidFill>
              </a:defRPr>
            </a:lvl6pPr>
            <a:lvl7pPr algn="ctr">
              <a:defRPr sz="1500" b="1">
                <a:solidFill>
                  <a:srgbClr val="17221F"/>
                </a:solidFill>
              </a:defRPr>
            </a:lvl7pPr>
            <a:lvl8pPr algn="ctr">
              <a:defRPr sz="1500" b="1">
                <a:solidFill>
                  <a:srgbClr val="17221F"/>
                </a:solidFill>
              </a:defRPr>
            </a:lvl8pPr>
            <a:lvl9pPr algn="ctr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REST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6C65B-92ED-4F59-8D00-910B6099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66716D"/>
                </a:solidFill>
              </a:defRPr>
            </a:defPPr>
            <a:lvl1pPr algn="ctr">
              <a:defRPr sz="975" b="0">
                <a:solidFill>
                  <a:srgbClr val="66716D"/>
                </a:solidFill>
              </a:defRPr>
            </a:lvl1pPr>
            <a:lvl2pPr algn="ctr">
              <a:defRPr sz="975" b="0">
                <a:solidFill>
                  <a:srgbClr val="66716D"/>
                </a:solidFill>
              </a:defRPr>
            </a:lvl2pPr>
            <a:lvl3pPr algn="ctr">
              <a:defRPr sz="975" b="0">
                <a:solidFill>
                  <a:srgbClr val="66716D"/>
                </a:solidFill>
              </a:defRPr>
            </a:lvl3pPr>
            <a:lvl4pPr algn="ctr">
              <a:defRPr sz="975" b="0">
                <a:solidFill>
                  <a:srgbClr val="66716D"/>
                </a:solidFill>
              </a:defRPr>
            </a:lvl4pPr>
            <a:lvl5pPr algn="ctr">
              <a:defRPr sz="975" b="0">
                <a:solidFill>
                  <a:srgbClr val="66716D"/>
                </a:solidFill>
              </a:defRPr>
            </a:lvl5pPr>
            <a:lvl6pPr algn="ctr">
              <a:defRPr sz="975" b="0">
                <a:solidFill>
                  <a:srgbClr val="66716D"/>
                </a:solidFill>
              </a:defRPr>
            </a:lvl6pPr>
            <a:lvl7pPr algn="ctr">
              <a:defRPr sz="975" b="0">
                <a:solidFill>
                  <a:srgbClr val="66716D"/>
                </a:solidFill>
              </a:defRPr>
            </a:lvl7pPr>
            <a:lvl8pPr algn="ctr">
              <a:defRPr sz="975" b="0">
                <a:solidFill>
                  <a:srgbClr val="66716D"/>
                </a:solidFill>
              </a:defRPr>
            </a:lvl8pPr>
            <a:lvl9pPr algn="ctr">
              <a:defRPr sz="97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6716D"/>
                </a:solidFill>
              </a:defRPr>
            </a:pPr>
            <a:r>
              <a:rPr sz="975" b="0">
                <a:solidFill>
                  <a:srgbClr val="66716D"/>
                </a:solidFill>
              </a:rPr>
              <a:t>要求至少 5 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CE81C-4701-4111-A1ED-8B8364A9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050" b="1">
                <a:solidFill>
                  <a:srgbClr val="C95D43"/>
                </a:solidFill>
              </a:defRPr>
            </a:defPPr>
            <a:lvl1pPr algn="ctr">
              <a:defRPr sz="4050" b="1">
                <a:solidFill>
                  <a:srgbClr val="C95D43"/>
                </a:solidFill>
              </a:defRPr>
            </a:lvl1pPr>
            <a:lvl2pPr algn="ctr">
              <a:defRPr sz="4050" b="1">
                <a:solidFill>
                  <a:srgbClr val="C95D43"/>
                </a:solidFill>
              </a:defRPr>
            </a:lvl2pPr>
            <a:lvl3pPr algn="ctr">
              <a:defRPr sz="4050" b="1">
                <a:solidFill>
                  <a:srgbClr val="C95D43"/>
                </a:solidFill>
              </a:defRPr>
            </a:lvl3pPr>
            <a:lvl4pPr algn="ctr">
              <a:defRPr sz="4050" b="1">
                <a:solidFill>
                  <a:srgbClr val="C95D43"/>
                </a:solidFill>
              </a:defRPr>
            </a:lvl4pPr>
            <a:lvl5pPr algn="ctr">
              <a:defRPr sz="4050" b="1">
                <a:solidFill>
                  <a:srgbClr val="C95D43"/>
                </a:solidFill>
              </a:defRPr>
            </a:lvl5pPr>
            <a:lvl6pPr algn="ctr">
              <a:defRPr sz="4050" b="1">
                <a:solidFill>
                  <a:srgbClr val="C95D43"/>
                </a:solidFill>
              </a:defRPr>
            </a:lvl6pPr>
            <a:lvl7pPr algn="ctr">
              <a:defRPr sz="4050" b="1">
                <a:solidFill>
                  <a:srgbClr val="C95D43"/>
                </a:solidFill>
              </a:defRPr>
            </a:lvl7pPr>
            <a:lvl8pPr algn="ctr">
              <a:defRPr sz="4050" b="1">
                <a:solidFill>
                  <a:srgbClr val="C95D43"/>
                </a:solidFill>
              </a:defRPr>
            </a:lvl8pPr>
            <a:lvl9pPr algn="ctr">
              <a:defRPr sz="4050" b="1">
                <a:solidFill>
                  <a:srgbClr val="C95D43"/>
                </a:solidFill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C95D43"/>
                </a:solidFill>
              </a:defRPr>
            </a:pPr>
            <a:r>
              <a:rPr sz="4050" b="1">
                <a:solidFill>
                  <a:srgbClr val="C95D43"/>
                </a:solidFill>
              </a:rPr>
              <a:t>4+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A27B1-DAEF-4856-A50F-D13F012C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1F"/>
                </a:solidFill>
              </a:defRPr>
            </a:defPPr>
            <a:lvl1pPr algn="ctr">
              <a:defRPr sz="1500" b="1">
                <a:solidFill>
                  <a:srgbClr val="17221F"/>
                </a:solidFill>
              </a:defRPr>
            </a:lvl1pPr>
            <a:lvl2pPr algn="ctr">
              <a:defRPr sz="1500" b="1">
                <a:solidFill>
                  <a:srgbClr val="17221F"/>
                </a:solidFill>
              </a:defRPr>
            </a:lvl2pPr>
            <a:lvl3pPr algn="ctr">
              <a:defRPr sz="1500" b="1">
                <a:solidFill>
                  <a:srgbClr val="17221F"/>
                </a:solidFill>
              </a:defRPr>
            </a:lvl3pPr>
            <a:lvl4pPr algn="ctr">
              <a:defRPr sz="1500" b="1">
                <a:solidFill>
                  <a:srgbClr val="17221F"/>
                </a:solidFill>
              </a:defRPr>
            </a:lvl4pPr>
            <a:lvl5pPr algn="ctr">
              <a:defRPr sz="1500" b="1">
                <a:solidFill>
                  <a:srgbClr val="17221F"/>
                </a:solidFill>
              </a:defRPr>
            </a:lvl5pPr>
            <a:lvl6pPr algn="ctr">
              <a:defRPr sz="1500" b="1">
                <a:solidFill>
                  <a:srgbClr val="17221F"/>
                </a:solidFill>
              </a:defRPr>
            </a:lvl6pPr>
            <a:lvl7pPr algn="ctr">
              <a:defRPr sz="1500" b="1">
                <a:solidFill>
                  <a:srgbClr val="17221F"/>
                </a:solidFill>
              </a:defRPr>
            </a:lvl7pPr>
            <a:lvl8pPr algn="ctr">
              <a:defRPr sz="1500" b="1">
                <a:solidFill>
                  <a:srgbClr val="17221F"/>
                </a:solidFill>
              </a:defRPr>
            </a:lvl8pPr>
            <a:lvl9pPr algn="ctr">
              <a:defRPr sz="150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21F"/>
                </a:solidFill>
              </a:defRPr>
            </a:pPr>
            <a:r>
              <a:rPr sz="1500" b="1">
                <a:solidFill>
                  <a:srgbClr val="17221F"/>
                </a:solidFill>
              </a:rPr>
              <a:t>交互方式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405A2-03EB-4752-A2AB-003C298C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66716D"/>
                </a:solidFill>
              </a:defRPr>
            </a:defPPr>
            <a:lvl1pPr algn="ctr">
              <a:defRPr sz="975" b="0">
                <a:solidFill>
                  <a:srgbClr val="66716D"/>
                </a:solidFill>
              </a:defRPr>
            </a:lvl1pPr>
            <a:lvl2pPr algn="ctr">
              <a:defRPr sz="975" b="0">
                <a:solidFill>
                  <a:srgbClr val="66716D"/>
                </a:solidFill>
              </a:defRPr>
            </a:lvl2pPr>
            <a:lvl3pPr algn="ctr">
              <a:defRPr sz="975" b="0">
                <a:solidFill>
                  <a:srgbClr val="66716D"/>
                </a:solidFill>
              </a:defRPr>
            </a:lvl3pPr>
            <a:lvl4pPr algn="ctr">
              <a:defRPr sz="975" b="0">
                <a:solidFill>
                  <a:srgbClr val="66716D"/>
                </a:solidFill>
              </a:defRPr>
            </a:lvl4pPr>
            <a:lvl5pPr algn="ctr">
              <a:defRPr sz="975" b="0">
                <a:solidFill>
                  <a:srgbClr val="66716D"/>
                </a:solidFill>
              </a:defRPr>
            </a:lvl5pPr>
            <a:lvl6pPr algn="ctr">
              <a:defRPr sz="975" b="0">
                <a:solidFill>
                  <a:srgbClr val="66716D"/>
                </a:solidFill>
              </a:defRPr>
            </a:lvl6pPr>
            <a:lvl7pPr algn="ctr">
              <a:defRPr sz="975" b="0">
                <a:solidFill>
                  <a:srgbClr val="66716D"/>
                </a:solidFill>
              </a:defRPr>
            </a:lvl7pPr>
            <a:lvl8pPr algn="ctr">
              <a:defRPr sz="975" b="0">
                <a:solidFill>
                  <a:srgbClr val="66716D"/>
                </a:solidFill>
              </a:defRPr>
            </a:lvl8pPr>
            <a:lvl9pPr algn="ctr">
              <a:defRPr sz="97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6716D"/>
                </a:solidFill>
              </a:defRPr>
            </a:pPr>
            <a:r>
              <a:rPr sz="975" b="0">
                <a:solidFill>
                  <a:srgbClr val="66716D"/>
                </a:solidFill>
              </a:rPr>
              <a:t>城市、日期、指标、分页排序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43AC4-F57E-417F-8D5C-377359B7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E174D-A5BE-48DD-9674-DD8DD203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55A4A"/>
                </a:solidFill>
              </a:defRPr>
            </a:defPPr>
            <a:lvl1pPr algn="l">
              <a:defRPr sz="1500" b="1">
                <a:solidFill>
                  <a:srgbClr val="155A4A"/>
                </a:solidFill>
              </a:defRPr>
            </a:lvl1pPr>
            <a:lvl2pPr algn="l">
              <a:defRPr sz="1500" b="1">
                <a:solidFill>
                  <a:srgbClr val="155A4A"/>
                </a:solidFill>
              </a:defRPr>
            </a:lvl2pPr>
            <a:lvl3pPr algn="l">
              <a:defRPr sz="1500" b="1">
                <a:solidFill>
                  <a:srgbClr val="155A4A"/>
                </a:solidFill>
              </a:defRPr>
            </a:lvl3pPr>
            <a:lvl4pPr algn="l">
              <a:defRPr sz="1500" b="1">
                <a:solidFill>
                  <a:srgbClr val="155A4A"/>
                </a:solidFill>
              </a:defRPr>
            </a:lvl4pPr>
            <a:lvl5pPr algn="l">
              <a:defRPr sz="1500" b="1">
                <a:solidFill>
                  <a:srgbClr val="155A4A"/>
                </a:solidFill>
              </a:defRPr>
            </a:lvl5pPr>
            <a:lvl6pPr algn="l">
              <a:defRPr sz="1500" b="1">
                <a:solidFill>
                  <a:srgbClr val="155A4A"/>
                </a:solidFill>
              </a:defRPr>
            </a:lvl6pPr>
            <a:lvl7pPr algn="l">
              <a:defRPr sz="1500" b="1">
                <a:solidFill>
                  <a:srgbClr val="155A4A"/>
                </a:solidFill>
              </a:defRPr>
            </a:lvl7pPr>
            <a:lvl8pPr algn="l">
              <a:defRPr sz="1500" b="1">
                <a:solidFill>
                  <a:srgbClr val="155A4A"/>
                </a:solidFill>
              </a:defRPr>
            </a:lvl8pPr>
            <a:lvl9pPr algn="l">
              <a:defRPr sz="1500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5A4A"/>
                </a:solidFill>
              </a:defRPr>
            </a:pPr>
            <a:r>
              <a:rPr sz="1500" b="1">
                <a:solidFill>
                  <a:srgbClr val="155A4A"/>
                </a:solidFill>
              </a:rPr>
              <a:t>6 个 KPI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A8B41-FE76-4483-BC9F-078E777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21F"/>
                </a:solidFill>
              </a:defRPr>
            </a:defPPr>
            <a:lvl1pPr algn="l">
              <a:defRPr sz="1275" b="0">
                <a:solidFill>
                  <a:srgbClr val="17221F"/>
                </a:solidFill>
              </a:defRPr>
            </a:lvl1pPr>
            <a:lvl2pPr algn="l">
              <a:defRPr sz="1275" b="0">
                <a:solidFill>
                  <a:srgbClr val="17221F"/>
                </a:solidFill>
              </a:defRPr>
            </a:lvl2pPr>
            <a:lvl3pPr algn="l">
              <a:defRPr sz="1275" b="0">
                <a:solidFill>
                  <a:srgbClr val="17221F"/>
                </a:solidFill>
              </a:defRPr>
            </a:lvl3pPr>
            <a:lvl4pPr algn="l">
              <a:defRPr sz="1275" b="0">
                <a:solidFill>
                  <a:srgbClr val="17221F"/>
                </a:solidFill>
              </a:defRPr>
            </a:lvl4pPr>
            <a:lvl5pPr algn="l">
              <a:defRPr sz="1275" b="0">
                <a:solidFill>
                  <a:srgbClr val="17221F"/>
                </a:solidFill>
              </a:defRPr>
            </a:lvl5pPr>
            <a:lvl6pPr algn="l">
              <a:defRPr sz="1275" b="0">
                <a:solidFill>
                  <a:srgbClr val="17221F"/>
                </a:solidFill>
              </a:defRPr>
            </a:lvl6pPr>
            <a:lvl7pPr algn="l">
              <a:defRPr sz="1275" b="0">
                <a:solidFill>
                  <a:srgbClr val="17221F"/>
                </a:solidFill>
              </a:defRPr>
            </a:lvl7pPr>
            <a:lvl8pPr algn="l">
              <a:defRPr sz="1275" b="0">
                <a:solidFill>
                  <a:srgbClr val="17221F"/>
                </a:solidFill>
              </a:defRPr>
            </a:lvl8pPr>
            <a:lvl9pPr algn="l">
              <a:defRPr sz="1275" b="0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21F"/>
                </a:solidFill>
              </a:defRPr>
            </a:pPr>
            <a:r>
              <a:rPr sz="1275" b="0">
                <a:solidFill>
                  <a:srgbClr val="17221F"/>
                </a:solidFill>
              </a:rPr>
              <a:t>平均值、优良天占比、记录数、峰值城市、最高值、最低值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B1F90-2CC7-4D0A-8AFF-EC5329F9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55A4A"/>
                </a:solidFill>
              </a:defRPr>
            </a:defPPr>
            <a:lvl1pPr algn="l">
              <a:defRPr sz="1500" b="1">
                <a:solidFill>
                  <a:srgbClr val="155A4A"/>
                </a:solidFill>
              </a:defRPr>
            </a:lvl1pPr>
            <a:lvl2pPr algn="l">
              <a:defRPr sz="1500" b="1">
                <a:solidFill>
                  <a:srgbClr val="155A4A"/>
                </a:solidFill>
              </a:defRPr>
            </a:lvl2pPr>
            <a:lvl3pPr algn="l">
              <a:defRPr sz="1500" b="1">
                <a:solidFill>
                  <a:srgbClr val="155A4A"/>
                </a:solidFill>
              </a:defRPr>
            </a:lvl3pPr>
            <a:lvl4pPr algn="l">
              <a:defRPr sz="1500" b="1">
                <a:solidFill>
                  <a:srgbClr val="155A4A"/>
                </a:solidFill>
              </a:defRPr>
            </a:lvl4pPr>
            <a:lvl5pPr algn="l">
              <a:defRPr sz="1500" b="1">
                <a:solidFill>
                  <a:srgbClr val="155A4A"/>
                </a:solidFill>
              </a:defRPr>
            </a:lvl5pPr>
            <a:lvl6pPr algn="l">
              <a:defRPr sz="1500" b="1">
                <a:solidFill>
                  <a:srgbClr val="155A4A"/>
                </a:solidFill>
              </a:defRPr>
            </a:lvl6pPr>
            <a:lvl7pPr algn="l">
              <a:defRPr sz="1500" b="1">
                <a:solidFill>
                  <a:srgbClr val="155A4A"/>
                </a:solidFill>
              </a:defRPr>
            </a:lvl7pPr>
            <a:lvl8pPr algn="l">
              <a:defRPr sz="1500" b="1">
                <a:solidFill>
                  <a:srgbClr val="155A4A"/>
                </a:solidFill>
              </a:defRPr>
            </a:lvl8pPr>
            <a:lvl9pPr algn="l">
              <a:defRPr sz="1500" b="1">
                <a:solidFill>
                  <a:srgbClr val="155A4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5A4A"/>
                </a:solidFill>
              </a:defRPr>
            </a:pPr>
            <a:r>
              <a:rPr sz="1500" b="1">
                <a:solidFill>
                  <a:srgbClr val="155A4A"/>
                </a:solidFill>
              </a:rPr>
              <a:t>5 类图表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CD5F2-F3B9-4F50-9A08-16CEBBC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21F"/>
                </a:solidFill>
              </a:defRPr>
            </a:defPPr>
            <a:lvl1pPr algn="l">
              <a:defRPr sz="1275" b="0">
                <a:solidFill>
                  <a:srgbClr val="17221F"/>
                </a:solidFill>
              </a:defRPr>
            </a:lvl1pPr>
            <a:lvl2pPr algn="l">
              <a:defRPr sz="1275" b="0">
                <a:solidFill>
                  <a:srgbClr val="17221F"/>
                </a:solidFill>
              </a:defRPr>
            </a:lvl2pPr>
            <a:lvl3pPr algn="l">
              <a:defRPr sz="1275" b="0">
                <a:solidFill>
                  <a:srgbClr val="17221F"/>
                </a:solidFill>
              </a:defRPr>
            </a:lvl3pPr>
            <a:lvl4pPr algn="l">
              <a:defRPr sz="1275" b="0">
                <a:solidFill>
                  <a:srgbClr val="17221F"/>
                </a:solidFill>
              </a:defRPr>
            </a:lvl4pPr>
            <a:lvl5pPr algn="l">
              <a:defRPr sz="1275" b="0">
                <a:solidFill>
                  <a:srgbClr val="17221F"/>
                </a:solidFill>
              </a:defRPr>
            </a:lvl5pPr>
            <a:lvl6pPr algn="l">
              <a:defRPr sz="1275" b="0">
                <a:solidFill>
                  <a:srgbClr val="17221F"/>
                </a:solidFill>
              </a:defRPr>
            </a:lvl6pPr>
            <a:lvl7pPr algn="l">
              <a:defRPr sz="1275" b="0">
                <a:solidFill>
                  <a:srgbClr val="17221F"/>
                </a:solidFill>
              </a:defRPr>
            </a:lvl7pPr>
            <a:lvl8pPr algn="l">
              <a:defRPr sz="1275" b="0">
                <a:solidFill>
                  <a:srgbClr val="17221F"/>
                </a:solidFill>
              </a:defRPr>
            </a:lvl8pPr>
            <a:lvl9pPr algn="l">
              <a:defRPr sz="1275" b="0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21F"/>
                </a:solidFill>
              </a:defRPr>
            </a:pPr>
            <a:r>
              <a:rPr sz="1275" b="0">
                <a:solidFill>
                  <a:srgbClr val="17221F"/>
                </a:solidFill>
              </a:rPr>
              <a:t>趋势折线、城市均值柱状、等级环形、Top N 排行、经纬度空间散点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C15BE-F57B-45D4-B0F7-9AD0F6F0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6716D"/>
                </a:solidFill>
              </a:defRPr>
            </a:defPPr>
            <a:lvl1pPr algn="l">
              <a:defRPr sz="1200" b="0">
                <a:solidFill>
                  <a:srgbClr val="66716D"/>
                </a:solidFill>
              </a:defRPr>
            </a:lvl1pPr>
            <a:lvl2pPr algn="l">
              <a:defRPr sz="1200" b="0">
                <a:solidFill>
                  <a:srgbClr val="66716D"/>
                </a:solidFill>
              </a:defRPr>
            </a:lvl2pPr>
            <a:lvl3pPr algn="l">
              <a:defRPr sz="1200" b="0">
                <a:solidFill>
                  <a:srgbClr val="66716D"/>
                </a:solidFill>
              </a:defRPr>
            </a:lvl3pPr>
            <a:lvl4pPr algn="l">
              <a:defRPr sz="1200" b="0">
                <a:solidFill>
                  <a:srgbClr val="66716D"/>
                </a:solidFill>
              </a:defRPr>
            </a:lvl4pPr>
            <a:lvl5pPr algn="l">
              <a:defRPr sz="1200" b="0">
                <a:solidFill>
                  <a:srgbClr val="66716D"/>
                </a:solidFill>
              </a:defRPr>
            </a:lvl5pPr>
            <a:lvl6pPr algn="l">
              <a:defRPr sz="1200" b="0">
                <a:solidFill>
                  <a:srgbClr val="66716D"/>
                </a:solidFill>
              </a:defRPr>
            </a:lvl6pPr>
            <a:lvl7pPr algn="l">
              <a:defRPr sz="1200" b="0">
                <a:solidFill>
                  <a:srgbClr val="66716D"/>
                </a:solidFill>
              </a:defRPr>
            </a:lvl7pPr>
            <a:lvl8pPr algn="l">
              <a:defRPr sz="1200" b="0">
                <a:solidFill>
                  <a:srgbClr val="66716D"/>
                </a:solidFill>
              </a:defRPr>
            </a:lvl8pPr>
            <a:lvl9pPr algn="l">
              <a:defRPr sz="120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16D"/>
                </a:solidFill>
              </a:defRPr>
            </a:pPr>
            <a:r>
              <a:rPr sz="1200" b="0">
                <a:solidFill>
                  <a:srgbClr val="66716D"/>
                </a:solidFill>
              </a:rPr>
              <a:t>所有统计数据都由数据库查询或聚合产生，不使用前端写死结果。接口统一返回 Result&lt;T&gt;，参数错误返回 400，记录不存在返回 404。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53244-0578-4739-BA4E-993B063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9938F"/>
                </a:solidFill>
              </a:defRPr>
            </a:defPPr>
            <a:lvl1pPr algn="l">
              <a:defRPr sz="750" b="0">
                <a:solidFill>
                  <a:srgbClr val="89938F"/>
                </a:solidFill>
              </a:defRPr>
            </a:lvl1pPr>
            <a:lvl2pPr algn="l">
              <a:defRPr sz="750" b="0">
                <a:solidFill>
                  <a:srgbClr val="89938F"/>
                </a:solidFill>
              </a:defRPr>
            </a:lvl2pPr>
            <a:lvl3pPr algn="l">
              <a:defRPr sz="750" b="0">
                <a:solidFill>
                  <a:srgbClr val="89938F"/>
                </a:solidFill>
              </a:defRPr>
            </a:lvl3pPr>
            <a:lvl4pPr algn="l">
              <a:defRPr sz="750" b="0">
                <a:solidFill>
                  <a:srgbClr val="89938F"/>
                </a:solidFill>
              </a:defRPr>
            </a:lvl4pPr>
            <a:lvl5pPr algn="l">
              <a:defRPr sz="750" b="0">
                <a:solidFill>
                  <a:srgbClr val="89938F"/>
                </a:solidFill>
              </a:defRPr>
            </a:lvl5pPr>
            <a:lvl6pPr algn="l">
              <a:defRPr sz="750" b="0">
                <a:solidFill>
                  <a:srgbClr val="89938F"/>
                </a:solidFill>
              </a:defRPr>
            </a:lvl6pPr>
            <a:lvl7pPr algn="l">
              <a:defRPr sz="750" b="0">
                <a:solidFill>
                  <a:srgbClr val="89938F"/>
                </a:solidFill>
              </a:defRPr>
            </a:lvl7pPr>
            <a:lvl8pPr algn="l">
              <a:defRPr sz="750" b="0">
                <a:solidFill>
                  <a:srgbClr val="89938F"/>
                </a:solidFill>
              </a:defRPr>
            </a:lvl8pPr>
            <a:lvl9pPr algn="l">
              <a:defRPr sz="750" b="0">
                <a:solidFill>
                  <a:srgbClr val="89938F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9938F"/>
                </a:solidFill>
              </a:defRPr>
            </a:pPr>
            <a:r>
              <a:rPr sz="750" b="0">
                <a:solidFill>
                  <a:srgbClr val="89938F"/>
                </a:solidFill>
              </a:rPr>
              <a:t>第9组  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404876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90BDE-B8E3-4369-9EBC-505904A2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7221F"/>
                </a:solidFill>
              </a:defRPr>
            </a:defPPr>
            <a:lvl1pPr algn="l">
              <a:defRPr sz="2550" b="1">
                <a:solidFill>
                  <a:srgbClr val="17221F"/>
                </a:solidFill>
              </a:defRPr>
            </a:lvl1pPr>
            <a:lvl2pPr algn="l">
              <a:defRPr sz="2550" b="1">
                <a:solidFill>
                  <a:srgbClr val="17221F"/>
                </a:solidFill>
              </a:defRPr>
            </a:lvl2pPr>
            <a:lvl3pPr algn="l">
              <a:defRPr sz="2550" b="1">
                <a:solidFill>
                  <a:srgbClr val="17221F"/>
                </a:solidFill>
              </a:defRPr>
            </a:lvl3pPr>
            <a:lvl4pPr algn="l">
              <a:defRPr sz="2550" b="1">
                <a:solidFill>
                  <a:srgbClr val="17221F"/>
                </a:solidFill>
              </a:defRPr>
            </a:lvl4pPr>
            <a:lvl5pPr algn="l">
              <a:defRPr sz="2550" b="1">
                <a:solidFill>
                  <a:srgbClr val="17221F"/>
                </a:solidFill>
              </a:defRPr>
            </a:lvl5pPr>
            <a:lvl6pPr algn="l">
              <a:defRPr sz="2550" b="1">
                <a:solidFill>
                  <a:srgbClr val="17221F"/>
                </a:solidFill>
              </a:defRPr>
            </a:lvl6pPr>
            <a:lvl7pPr algn="l">
              <a:defRPr sz="2550" b="1">
                <a:solidFill>
                  <a:srgbClr val="17221F"/>
                </a:solidFill>
              </a:defRPr>
            </a:lvl7pPr>
            <a:lvl8pPr algn="l">
              <a:defRPr sz="2550" b="1">
                <a:solidFill>
                  <a:srgbClr val="17221F"/>
                </a:solidFill>
              </a:defRPr>
            </a:lvl8pPr>
            <a:lvl9pPr algn="l">
              <a:defRPr sz="2550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21F"/>
                </a:solidFill>
              </a:defRPr>
            </a:pPr>
            <a:r>
              <a:rPr sz="2550" b="1">
                <a:solidFill>
                  <a:srgbClr val="17221F"/>
                </a:solidFill>
              </a:rPr>
              <a:t>AI 协作过程与人工验证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5FE52-1F8A-4BDE-8B40-1088D2C0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6716D"/>
                </a:solidFill>
              </a:defRPr>
            </a:defPPr>
            <a:lvl1pPr algn="l">
              <a:defRPr sz="1125" b="0">
                <a:solidFill>
                  <a:srgbClr val="66716D"/>
                </a:solidFill>
              </a:defRPr>
            </a:lvl1pPr>
            <a:lvl2pPr algn="l">
              <a:defRPr sz="1125" b="0">
                <a:solidFill>
                  <a:srgbClr val="66716D"/>
                </a:solidFill>
              </a:defRPr>
            </a:lvl2pPr>
            <a:lvl3pPr algn="l">
              <a:defRPr sz="1125" b="0">
                <a:solidFill>
                  <a:srgbClr val="66716D"/>
                </a:solidFill>
              </a:defRPr>
            </a:lvl3pPr>
            <a:lvl4pPr algn="l">
              <a:defRPr sz="1125" b="0">
                <a:solidFill>
                  <a:srgbClr val="66716D"/>
                </a:solidFill>
              </a:defRPr>
            </a:lvl4pPr>
            <a:lvl5pPr algn="l">
              <a:defRPr sz="1125" b="0">
                <a:solidFill>
                  <a:srgbClr val="66716D"/>
                </a:solidFill>
              </a:defRPr>
            </a:lvl5pPr>
            <a:lvl6pPr algn="l">
              <a:defRPr sz="1125" b="0">
                <a:solidFill>
                  <a:srgbClr val="66716D"/>
                </a:solidFill>
              </a:defRPr>
            </a:lvl6pPr>
            <a:lvl7pPr algn="l">
              <a:defRPr sz="1125" b="0">
                <a:solidFill>
                  <a:srgbClr val="66716D"/>
                </a:solidFill>
              </a:defRPr>
            </a:lvl7pPr>
            <a:lvl8pPr algn="l">
              <a:defRPr sz="1125" b="0">
                <a:solidFill>
                  <a:srgbClr val="66716D"/>
                </a:solidFill>
              </a:defRPr>
            </a:lvl8pPr>
            <a:lvl9pPr algn="l">
              <a:defRPr sz="1125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AI 用于拆解要求、生成草稿和定位问题，最终结果仍通过测试、SQL 和浏览器操作确认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C8DD5-596C-48F1-9564-F3FB53D8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1F9278"/>
                </a:solidFill>
              </a:defRPr>
            </a:defPPr>
            <a:lvl1pPr algn="r">
              <a:defRPr sz="1200" b="1">
                <a:solidFill>
                  <a:srgbClr val="1F9278"/>
                </a:solidFill>
              </a:defRPr>
            </a:lvl1pPr>
            <a:lvl2pPr algn="r">
              <a:defRPr sz="1200" b="1">
                <a:solidFill>
                  <a:srgbClr val="1F9278"/>
                </a:solidFill>
              </a:defRPr>
            </a:lvl2pPr>
            <a:lvl3pPr algn="r">
              <a:defRPr sz="1200" b="1">
                <a:solidFill>
                  <a:srgbClr val="1F9278"/>
                </a:solidFill>
              </a:defRPr>
            </a:lvl3pPr>
            <a:lvl4pPr algn="r">
              <a:defRPr sz="1200" b="1">
                <a:solidFill>
                  <a:srgbClr val="1F9278"/>
                </a:solidFill>
              </a:defRPr>
            </a:lvl4pPr>
            <a:lvl5pPr algn="r">
              <a:defRPr sz="1200" b="1">
                <a:solidFill>
                  <a:srgbClr val="1F9278"/>
                </a:solidFill>
              </a:defRPr>
            </a:lvl5pPr>
            <a:lvl6pPr algn="r">
              <a:defRPr sz="1200" b="1">
                <a:solidFill>
                  <a:srgbClr val="1F9278"/>
                </a:solidFill>
              </a:defRPr>
            </a:lvl6pPr>
            <a:lvl7pPr algn="r">
              <a:defRPr sz="1200" b="1">
                <a:solidFill>
                  <a:srgbClr val="1F9278"/>
                </a:solidFill>
              </a:defRPr>
            </a:lvl7pPr>
            <a:lvl8pPr algn="r">
              <a:defRPr sz="1200" b="1">
                <a:solidFill>
                  <a:srgbClr val="1F9278"/>
                </a:solidFill>
              </a:defRPr>
            </a:lvl8pPr>
            <a:lvl9pPr algn="r">
              <a:defRPr sz="1200" b="1">
                <a:solidFill>
                  <a:srgbClr val="1F9278"/>
                </a:solidFill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9278"/>
                </a:solidFill>
              </a:defRPr>
            </a:pPr>
            <a:r>
              <a:rPr sz="1200" b="1">
                <a:solidFill>
                  <a:srgbClr val="1F927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3154F-90EA-4F67-B4CC-8F2E3166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C06C-1145-4AB9-9F55-208EA217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9A2A2-DD90-434B-97BD-9294521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92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B86EE-1B20-43DD-88A7-2F95FAE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61B56-AE56-4535-82E5-84BECC58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21F"/>
                </a:solidFill>
              </a:defRPr>
            </a:defPPr>
            <a:lvl1pPr algn="l">
              <a:defRPr sz="1425" b="1">
                <a:solidFill>
                  <a:srgbClr val="17221F"/>
                </a:solidFill>
              </a:defRPr>
            </a:lvl1pPr>
            <a:lvl2pPr algn="l">
              <a:defRPr sz="1425" b="1">
                <a:solidFill>
                  <a:srgbClr val="17221F"/>
                </a:solidFill>
              </a:defRPr>
            </a:lvl2pPr>
            <a:lvl3pPr algn="l">
              <a:defRPr sz="1425" b="1">
                <a:solidFill>
                  <a:srgbClr val="17221F"/>
                </a:solidFill>
              </a:defRPr>
            </a:lvl3pPr>
            <a:lvl4pPr algn="l">
              <a:defRPr sz="1425" b="1">
                <a:solidFill>
                  <a:srgbClr val="17221F"/>
                </a:solidFill>
              </a:defRPr>
            </a:lvl4pPr>
            <a:lvl5pPr algn="l">
              <a:defRPr sz="1425" b="1">
                <a:solidFill>
                  <a:srgbClr val="17221F"/>
                </a:solidFill>
              </a:defRPr>
            </a:lvl5pPr>
            <a:lvl6pPr algn="l">
              <a:defRPr sz="1425" b="1">
                <a:solidFill>
                  <a:srgbClr val="17221F"/>
                </a:solidFill>
              </a:defRPr>
            </a:lvl6pPr>
            <a:lvl7pPr algn="l">
              <a:defRPr sz="1425" b="1">
                <a:solidFill>
                  <a:srgbClr val="17221F"/>
                </a:solidFill>
              </a:defRPr>
            </a:lvl7pPr>
            <a:lvl8pPr algn="l">
              <a:defRPr sz="1425" b="1">
                <a:solidFill>
                  <a:srgbClr val="17221F"/>
                </a:solidFill>
              </a:defRPr>
            </a:lvl8pPr>
            <a:lvl9pPr algn="l">
              <a:defRPr sz="142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21F"/>
                </a:solidFill>
              </a:defRPr>
            </a:pPr>
            <a:r>
              <a:rPr sz="1425" b="1">
                <a:solidFill>
                  <a:srgbClr val="17221F"/>
                </a:solidFill>
              </a:rPr>
              <a:t>读任务书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D895C-A989-48A9-8DAA-53847FE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先提取 10 万行、KPI、图表、API 和四类提交目录，防止只关注页面效果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1E096-E215-438C-B569-6EA7966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9545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D7DFDB"/>
                </a:solidFill>
              </a:defRPr>
            </a:defPPr>
            <a:lvl1pPr algn="ctr">
              <a:defRPr sz="2550" b="1">
                <a:solidFill>
                  <a:srgbClr val="D7DFDB"/>
                </a:solidFill>
              </a:defRPr>
            </a:lvl1pPr>
            <a:lvl2pPr algn="ctr">
              <a:defRPr sz="2550" b="1">
                <a:solidFill>
                  <a:srgbClr val="D7DFDB"/>
                </a:solidFill>
              </a:defRPr>
            </a:lvl2pPr>
            <a:lvl3pPr algn="ctr">
              <a:defRPr sz="2550" b="1">
                <a:solidFill>
                  <a:srgbClr val="D7DFDB"/>
                </a:solidFill>
              </a:defRPr>
            </a:lvl3pPr>
            <a:lvl4pPr algn="ctr">
              <a:defRPr sz="2550" b="1">
                <a:solidFill>
                  <a:srgbClr val="D7DFDB"/>
                </a:solidFill>
              </a:defRPr>
            </a:lvl4pPr>
            <a:lvl5pPr algn="ctr">
              <a:defRPr sz="2550" b="1">
                <a:solidFill>
                  <a:srgbClr val="D7DFDB"/>
                </a:solidFill>
              </a:defRPr>
            </a:lvl5pPr>
            <a:lvl6pPr algn="ctr">
              <a:defRPr sz="2550" b="1">
                <a:solidFill>
                  <a:srgbClr val="D7DFDB"/>
                </a:solidFill>
              </a:defRPr>
            </a:lvl6pPr>
            <a:lvl7pPr algn="ctr">
              <a:defRPr sz="2550" b="1">
                <a:solidFill>
                  <a:srgbClr val="D7DFDB"/>
                </a:solidFill>
              </a:defRPr>
            </a:lvl7pPr>
            <a:lvl8pPr algn="ctr">
              <a:defRPr sz="2550" b="1">
                <a:solidFill>
                  <a:srgbClr val="D7DFDB"/>
                </a:solidFill>
              </a:defRPr>
            </a:lvl8pPr>
            <a:lvl9pPr algn="ctr">
              <a:defRPr sz="2550" b="1">
                <a:solidFill>
                  <a:srgbClr val="D7DFDB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D7DFDB"/>
                </a:solidFill>
              </a:defRPr>
            </a:pPr>
            <a:r>
              <a:rPr sz="2550" b="1">
                <a:solidFill>
                  <a:srgbClr val="D7DFDB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4CAE7-E28D-4524-A89F-13E0449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B2EB4-58DC-4573-990F-8F7D6DF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92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EDEE3-7A9B-45AA-86F7-EBC5587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81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FA193-9274-4882-B95D-9244009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288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21F"/>
                </a:solidFill>
              </a:defRPr>
            </a:defPPr>
            <a:lvl1pPr algn="l">
              <a:defRPr sz="1425" b="1">
                <a:solidFill>
                  <a:srgbClr val="17221F"/>
                </a:solidFill>
              </a:defRPr>
            </a:lvl1pPr>
            <a:lvl2pPr algn="l">
              <a:defRPr sz="1425" b="1">
                <a:solidFill>
                  <a:srgbClr val="17221F"/>
                </a:solidFill>
              </a:defRPr>
            </a:lvl2pPr>
            <a:lvl3pPr algn="l">
              <a:defRPr sz="1425" b="1">
                <a:solidFill>
                  <a:srgbClr val="17221F"/>
                </a:solidFill>
              </a:defRPr>
            </a:lvl3pPr>
            <a:lvl4pPr algn="l">
              <a:defRPr sz="1425" b="1">
                <a:solidFill>
                  <a:srgbClr val="17221F"/>
                </a:solidFill>
              </a:defRPr>
            </a:lvl4pPr>
            <a:lvl5pPr algn="l">
              <a:defRPr sz="1425" b="1">
                <a:solidFill>
                  <a:srgbClr val="17221F"/>
                </a:solidFill>
              </a:defRPr>
            </a:lvl5pPr>
            <a:lvl6pPr algn="l">
              <a:defRPr sz="1425" b="1">
                <a:solidFill>
                  <a:srgbClr val="17221F"/>
                </a:solidFill>
              </a:defRPr>
            </a:lvl6pPr>
            <a:lvl7pPr algn="l">
              <a:defRPr sz="1425" b="1">
                <a:solidFill>
                  <a:srgbClr val="17221F"/>
                </a:solidFill>
              </a:defRPr>
            </a:lvl7pPr>
            <a:lvl8pPr algn="l">
              <a:defRPr sz="1425" b="1">
                <a:solidFill>
                  <a:srgbClr val="17221F"/>
                </a:solidFill>
              </a:defRPr>
            </a:lvl8pPr>
            <a:lvl9pPr algn="l">
              <a:defRPr sz="142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21F"/>
                </a:solidFill>
              </a:defRPr>
            </a:pPr>
            <a:r>
              <a:rPr sz="1425" b="1">
                <a:solidFill>
                  <a:srgbClr val="17221F"/>
                </a:solidFill>
              </a:rPr>
              <a:t>设计方案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3F5AF-F4B8-42DB-BB6F-A0E2D15D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比较不同技术路线后，确定数据字段、接口分层、数据库和看板交互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B3EC8-3197-45A5-8E11-D4E7E420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9545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D7DFDB"/>
                </a:solidFill>
              </a:defRPr>
            </a:defPPr>
            <a:lvl1pPr algn="ctr">
              <a:defRPr sz="2550" b="1">
                <a:solidFill>
                  <a:srgbClr val="D7DFDB"/>
                </a:solidFill>
              </a:defRPr>
            </a:lvl1pPr>
            <a:lvl2pPr algn="ctr">
              <a:defRPr sz="2550" b="1">
                <a:solidFill>
                  <a:srgbClr val="D7DFDB"/>
                </a:solidFill>
              </a:defRPr>
            </a:lvl2pPr>
            <a:lvl3pPr algn="ctr">
              <a:defRPr sz="2550" b="1">
                <a:solidFill>
                  <a:srgbClr val="D7DFDB"/>
                </a:solidFill>
              </a:defRPr>
            </a:lvl3pPr>
            <a:lvl4pPr algn="ctr">
              <a:defRPr sz="2550" b="1">
                <a:solidFill>
                  <a:srgbClr val="D7DFDB"/>
                </a:solidFill>
              </a:defRPr>
            </a:lvl4pPr>
            <a:lvl5pPr algn="ctr">
              <a:defRPr sz="2550" b="1">
                <a:solidFill>
                  <a:srgbClr val="D7DFDB"/>
                </a:solidFill>
              </a:defRPr>
            </a:lvl5pPr>
            <a:lvl6pPr algn="ctr">
              <a:defRPr sz="2550" b="1">
                <a:solidFill>
                  <a:srgbClr val="D7DFDB"/>
                </a:solidFill>
              </a:defRPr>
            </a:lvl6pPr>
            <a:lvl7pPr algn="ctr">
              <a:defRPr sz="2550" b="1">
                <a:solidFill>
                  <a:srgbClr val="D7DFDB"/>
                </a:solidFill>
              </a:defRPr>
            </a:lvl7pPr>
            <a:lvl8pPr algn="ctr">
              <a:defRPr sz="2550" b="1">
                <a:solidFill>
                  <a:srgbClr val="D7DFDB"/>
                </a:solidFill>
              </a:defRPr>
            </a:lvl8pPr>
            <a:lvl9pPr algn="ctr">
              <a:defRPr sz="2550" b="1">
                <a:solidFill>
                  <a:srgbClr val="D7DFDB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D7DFDB"/>
                </a:solidFill>
              </a:defRPr>
            </a:pPr>
            <a:r>
              <a:rPr sz="2550" b="1">
                <a:solidFill>
                  <a:srgbClr val="D7DFDB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46ABD-C6DD-457B-93EE-A085F3F0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5FF83-D60A-42C6-8600-869002C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92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2CADE-98DD-49ED-A6C6-8E3FE289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81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825A3-39AA-4FBF-BB6F-D3F1AF8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21F"/>
                </a:solidFill>
              </a:defRPr>
            </a:defPPr>
            <a:lvl1pPr algn="l">
              <a:defRPr sz="1425" b="1">
                <a:solidFill>
                  <a:srgbClr val="17221F"/>
                </a:solidFill>
              </a:defRPr>
            </a:lvl1pPr>
            <a:lvl2pPr algn="l">
              <a:defRPr sz="1425" b="1">
                <a:solidFill>
                  <a:srgbClr val="17221F"/>
                </a:solidFill>
              </a:defRPr>
            </a:lvl2pPr>
            <a:lvl3pPr algn="l">
              <a:defRPr sz="1425" b="1">
                <a:solidFill>
                  <a:srgbClr val="17221F"/>
                </a:solidFill>
              </a:defRPr>
            </a:lvl3pPr>
            <a:lvl4pPr algn="l">
              <a:defRPr sz="1425" b="1">
                <a:solidFill>
                  <a:srgbClr val="17221F"/>
                </a:solidFill>
              </a:defRPr>
            </a:lvl4pPr>
            <a:lvl5pPr algn="l">
              <a:defRPr sz="1425" b="1">
                <a:solidFill>
                  <a:srgbClr val="17221F"/>
                </a:solidFill>
              </a:defRPr>
            </a:lvl5pPr>
            <a:lvl6pPr algn="l">
              <a:defRPr sz="1425" b="1">
                <a:solidFill>
                  <a:srgbClr val="17221F"/>
                </a:solidFill>
              </a:defRPr>
            </a:lvl6pPr>
            <a:lvl7pPr algn="l">
              <a:defRPr sz="1425" b="1">
                <a:solidFill>
                  <a:srgbClr val="17221F"/>
                </a:solidFill>
              </a:defRPr>
            </a:lvl7pPr>
            <a:lvl8pPr algn="l">
              <a:defRPr sz="1425" b="1">
                <a:solidFill>
                  <a:srgbClr val="17221F"/>
                </a:solidFill>
              </a:defRPr>
            </a:lvl8pPr>
            <a:lvl9pPr algn="l">
              <a:defRPr sz="142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21F"/>
                </a:solidFill>
              </a:defRPr>
            </a:pPr>
            <a:r>
              <a:rPr sz="1425" b="1">
                <a:solidFill>
                  <a:srgbClr val="17221F"/>
                </a:solidFill>
              </a:rPr>
              <a:t>协助开发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B3836-5C3A-4A14-8D6A-BF22611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AI 生成代码与文档草稿，成员负责选择、修改并理解每段实现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81CA1-E587-441E-9FD2-1FD4240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9545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D7DFDB"/>
                </a:solidFill>
              </a:defRPr>
            </a:defPPr>
            <a:lvl1pPr algn="ctr">
              <a:defRPr sz="2550" b="1">
                <a:solidFill>
                  <a:srgbClr val="D7DFDB"/>
                </a:solidFill>
              </a:defRPr>
            </a:lvl1pPr>
            <a:lvl2pPr algn="ctr">
              <a:defRPr sz="2550" b="1">
                <a:solidFill>
                  <a:srgbClr val="D7DFDB"/>
                </a:solidFill>
              </a:defRPr>
            </a:lvl2pPr>
            <a:lvl3pPr algn="ctr">
              <a:defRPr sz="2550" b="1">
                <a:solidFill>
                  <a:srgbClr val="D7DFDB"/>
                </a:solidFill>
              </a:defRPr>
            </a:lvl3pPr>
            <a:lvl4pPr algn="ctr">
              <a:defRPr sz="2550" b="1">
                <a:solidFill>
                  <a:srgbClr val="D7DFDB"/>
                </a:solidFill>
              </a:defRPr>
            </a:lvl4pPr>
            <a:lvl5pPr algn="ctr">
              <a:defRPr sz="2550" b="1">
                <a:solidFill>
                  <a:srgbClr val="D7DFDB"/>
                </a:solidFill>
              </a:defRPr>
            </a:lvl5pPr>
            <a:lvl6pPr algn="ctr">
              <a:defRPr sz="2550" b="1">
                <a:solidFill>
                  <a:srgbClr val="D7DFDB"/>
                </a:solidFill>
              </a:defRPr>
            </a:lvl6pPr>
            <a:lvl7pPr algn="ctr">
              <a:defRPr sz="2550" b="1">
                <a:solidFill>
                  <a:srgbClr val="D7DFDB"/>
                </a:solidFill>
              </a:defRPr>
            </a:lvl7pPr>
            <a:lvl8pPr algn="ctr">
              <a:defRPr sz="2550" b="1">
                <a:solidFill>
                  <a:srgbClr val="D7DFDB"/>
                </a:solidFill>
              </a:defRPr>
            </a:lvl8pPr>
            <a:lvl9pPr algn="ctr">
              <a:defRPr sz="2550" b="1">
                <a:solidFill>
                  <a:srgbClr val="D7DFDB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D7DFDB"/>
                </a:solidFill>
              </a:defRPr>
            </a:pPr>
            <a:r>
              <a:rPr sz="2550" b="1">
                <a:solidFill>
                  <a:srgbClr val="D7DFDB"/>
                </a:solidFill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0CEC4-55A1-40AD-B901-CDF8C53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33D22-3B2A-4F3A-B565-88D5E060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92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84C2B-BD7F-4E51-B74E-19A1CBA4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81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3FD24-9E5C-4791-BD4A-F2DA67B3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21F"/>
                </a:solidFill>
              </a:defRPr>
            </a:defPPr>
            <a:lvl1pPr algn="l">
              <a:defRPr sz="1425" b="1">
                <a:solidFill>
                  <a:srgbClr val="17221F"/>
                </a:solidFill>
              </a:defRPr>
            </a:lvl1pPr>
            <a:lvl2pPr algn="l">
              <a:defRPr sz="1425" b="1">
                <a:solidFill>
                  <a:srgbClr val="17221F"/>
                </a:solidFill>
              </a:defRPr>
            </a:lvl2pPr>
            <a:lvl3pPr algn="l">
              <a:defRPr sz="1425" b="1">
                <a:solidFill>
                  <a:srgbClr val="17221F"/>
                </a:solidFill>
              </a:defRPr>
            </a:lvl3pPr>
            <a:lvl4pPr algn="l">
              <a:defRPr sz="1425" b="1">
                <a:solidFill>
                  <a:srgbClr val="17221F"/>
                </a:solidFill>
              </a:defRPr>
            </a:lvl4pPr>
            <a:lvl5pPr algn="l">
              <a:defRPr sz="1425" b="1">
                <a:solidFill>
                  <a:srgbClr val="17221F"/>
                </a:solidFill>
              </a:defRPr>
            </a:lvl5pPr>
            <a:lvl6pPr algn="l">
              <a:defRPr sz="1425" b="1">
                <a:solidFill>
                  <a:srgbClr val="17221F"/>
                </a:solidFill>
              </a:defRPr>
            </a:lvl6pPr>
            <a:lvl7pPr algn="l">
              <a:defRPr sz="1425" b="1">
                <a:solidFill>
                  <a:srgbClr val="17221F"/>
                </a:solidFill>
              </a:defRPr>
            </a:lvl7pPr>
            <a:lvl8pPr algn="l">
              <a:defRPr sz="1425" b="1">
                <a:solidFill>
                  <a:srgbClr val="17221F"/>
                </a:solidFill>
              </a:defRPr>
            </a:lvl8pPr>
            <a:lvl9pPr algn="l">
              <a:defRPr sz="142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21F"/>
                </a:solidFill>
              </a:defRPr>
            </a:pPr>
            <a:r>
              <a:rPr sz="1425" b="1">
                <a:solidFill>
                  <a:srgbClr val="17221F"/>
                </a:solidFill>
              </a:rPr>
              <a:t>排查报错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0628F-F5F3-45A9-9889-512B7D97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提交完整报错和相关文件，根据现象定位 MyBatis XML、主键回填和 SQL 兼容问题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83964-8DA3-411A-BA4B-0691A2D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D7DFDB"/>
                </a:solidFill>
              </a:defRPr>
            </a:defPPr>
            <a:lvl1pPr algn="ctr">
              <a:defRPr sz="2550" b="1">
                <a:solidFill>
                  <a:srgbClr val="D7DFDB"/>
                </a:solidFill>
              </a:defRPr>
            </a:lvl1pPr>
            <a:lvl2pPr algn="ctr">
              <a:defRPr sz="2550" b="1">
                <a:solidFill>
                  <a:srgbClr val="D7DFDB"/>
                </a:solidFill>
              </a:defRPr>
            </a:lvl2pPr>
            <a:lvl3pPr algn="ctr">
              <a:defRPr sz="2550" b="1">
                <a:solidFill>
                  <a:srgbClr val="D7DFDB"/>
                </a:solidFill>
              </a:defRPr>
            </a:lvl3pPr>
            <a:lvl4pPr algn="ctr">
              <a:defRPr sz="2550" b="1">
                <a:solidFill>
                  <a:srgbClr val="D7DFDB"/>
                </a:solidFill>
              </a:defRPr>
            </a:lvl4pPr>
            <a:lvl5pPr algn="ctr">
              <a:defRPr sz="2550" b="1">
                <a:solidFill>
                  <a:srgbClr val="D7DFDB"/>
                </a:solidFill>
              </a:defRPr>
            </a:lvl5pPr>
            <a:lvl6pPr algn="ctr">
              <a:defRPr sz="2550" b="1">
                <a:solidFill>
                  <a:srgbClr val="D7DFDB"/>
                </a:solidFill>
              </a:defRPr>
            </a:lvl6pPr>
            <a:lvl7pPr algn="ctr">
              <a:defRPr sz="2550" b="1">
                <a:solidFill>
                  <a:srgbClr val="D7DFDB"/>
                </a:solidFill>
              </a:defRPr>
            </a:lvl7pPr>
            <a:lvl8pPr algn="ctr">
              <a:defRPr sz="2550" b="1">
                <a:solidFill>
                  <a:srgbClr val="D7DFDB"/>
                </a:solidFill>
              </a:defRPr>
            </a:lvl8pPr>
            <a:lvl9pPr algn="ctr">
              <a:defRPr sz="2550" b="1">
                <a:solidFill>
                  <a:srgbClr val="D7DFDB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D7DFDB"/>
                </a:solidFill>
              </a:defRPr>
            </a:pPr>
            <a:r>
              <a:rPr sz="2550" b="1">
                <a:solidFill>
                  <a:srgbClr val="D7DFDB"/>
                </a:solidFill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803B1-EC4B-435A-A9E4-A3AD8627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83E03-B0FA-4660-871C-709BBB1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95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9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4E02F-9B66-42A5-A878-DA080B60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81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26A96D-9FAB-4D51-B4D7-8F7197AF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288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21F"/>
                </a:solidFill>
              </a:defRPr>
            </a:defPPr>
            <a:lvl1pPr algn="l">
              <a:defRPr sz="1425" b="1">
                <a:solidFill>
                  <a:srgbClr val="17221F"/>
                </a:solidFill>
              </a:defRPr>
            </a:lvl1pPr>
            <a:lvl2pPr algn="l">
              <a:defRPr sz="1425" b="1">
                <a:solidFill>
                  <a:srgbClr val="17221F"/>
                </a:solidFill>
              </a:defRPr>
            </a:lvl2pPr>
            <a:lvl3pPr algn="l">
              <a:defRPr sz="1425" b="1">
                <a:solidFill>
                  <a:srgbClr val="17221F"/>
                </a:solidFill>
              </a:defRPr>
            </a:lvl3pPr>
            <a:lvl4pPr algn="l">
              <a:defRPr sz="1425" b="1">
                <a:solidFill>
                  <a:srgbClr val="17221F"/>
                </a:solidFill>
              </a:defRPr>
            </a:lvl4pPr>
            <a:lvl5pPr algn="l">
              <a:defRPr sz="1425" b="1">
                <a:solidFill>
                  <a:srgbClr val="17221F"/>
                </a:solidFill>
              </a:defRPr>
            </a:lvl5pPr>
            <a:lvl6pPr algn="l">
              <a:defRPr sz="1425" b="1">
                <a:solidFill>
                  <a:srgbClr val="17221F"/>
                </a:solidFill>
              </a:defRPr>
            </a:lvl6pPr>
            <a:lvl7pPr algn="l">
              <a:defRPr sz="1425" b="1">
                <a:solidFill>
                  <a:srgbClr val="17221F"/>
                </a:solidFill>
              </a:defRPr>
            </a:lvl7pPr>
            <a:lvl8pPr algn="l">
              <a:defRPr sz="1425" b="1">
                <a:solidFill>
                  <a:srgbClr val="17221F"/>
                </a:solidFill>
              </a:defRPr>
            </a:lvl8pPr>
            <a:lvl9pPr algn="l">
              <a:defRPr sz="1425" b="1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21F"/>
                </a:solidFill>
              </a:defRPr>
            </a:pPr>
            <a:r>
              <a:rPr sz="1425" b="1">
                <a:solidFill>
                  <a:srgbClr val="17221F"/>
                </a:solidFill>
              </a:rPr>
              <a:t>独立验证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B444CC-E87C-4E91-A23B-9C43BDAC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16D"/>
                </a:solidFill>
              </a:defRPr>
            </a:defPPr>
            <a:lvl1pPr algn="l">
              <a:defRPr sz="1050" b="0">
                <a:solidFill>
                  <a:srgbClr val="66716D"/>
                </a:solidFill>
              </a:defRPr>
            </a:lvl1pPr>
            <a:lvl2pPr algn="l">
              <a:defRPr sz="1050" b="0">
                <a:solidFill>
                  <a:srgbClr val="66716D"/>
                </a:solidFill>
              </a:defRPr>
            </a:lvl2pPr>
            <a:lvl3pPr algn="l">
              <a:defRPr sz="1050" b="0">
                <a:solidFill>
                  <a:srgbClr val="66716D"/>
                </a:solidFill>
              </a:defRPr>
            </a:lvl3pPr>
            <a:lvl4pPr algn="l">
              <a:defRPr sz="1050" b="0">
                <a:solidFill>
                  <a:srgbClr val="66716D"/>
                </a:solidFill>
              </a:defRPr>
            </a:lvl4pPr>
            <a:lvl5pPr algn="l">
              <a:defRPr sz="1050" b="0">
                <a:solidFill>
                  <a:srgbClr val="66716D"/>
                </a:solidFill>
              </a:defRPr>
            </a:lvl5pPr>
            <a:lvl6pPr algn="l">
              <a:defRPr sz="1050" b="0">
                <a:solidFill>
                  <a:srgbClr val="66716D"/>
                </a:solidFill>
              </a:defRPr>
            </a:lvl6pPr>
            <a:lvl7pPr algn="l">
              <a:defRPr sz="1050" b="0">
                <a:solidFill>
                  <a:srgbClr val="66716D"/>
                </a:solidFill>
              </a:defRPr>
            </a:lvl7pPr>
            <a:lvl8pPr algn="l">
              <a:defRPr sz="1050" b="0">
                <a:solidFill>
                  <a:srgbClr val="66716D"/>
                </a:solidFill>
              </a:defRPr>
            </a:lvl8pPr>
            <a:lvl9pPr algn="l">
              <a:defRPr sz="1050" b="0">
                <a:solidFill>
                  <a:srgbClr val="66716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D"/>
                </a:solidFill>
              </a:defRPr>
            </a:pPr>
            <a:r>
              <a:rPr sz="1050" b="0">
                <a:solidFill>
                  <a:srgbClr val="66716D"/>
                </a:solidFill>
              </a:rPr>
              <a:t>运行 8 项测试、SQL 计数、浏览器操作和文档逐页检查，不以 AI 回答作为完成依据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24FE12-6435-4C53-9DE5-DEA12489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66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F06A22-377D-4F3C-B65C-F4ED4EE1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C95D43"/>
                </a:solidFill>
              </a:defRPr>
            </a:defPPr>
            <a:lvl1pPr algn="l">
              <a:defRPr sz="1425" b="1">
                <a:solidFill>
                  <a:srgbClr val="C95D43"/>
                </a:solidFill>
              </a:defRPr>
            </a:lvl1pPr>
            <a:lvl2pPr algn="l">
              <a:defRPr sz="1425" b="1">
                <a:solidFill>
                  <a:srgbClr val="C95D43"/>
                </a:solidFill>
              </a:defRPr>
            </a:lvl2pPr>
            <a:lvl3pPr algn="l">
              <a:defRPr sz="1425" b="1">
                <a:solidFill>
                  <a:srgbClr val="C95D43"/>
                </a:solidFill>
              </a:defRPr>
            </a:lvl3pPr>
            <a:lvl4pPr algn="l">
              <a:defRPr sz="1425" b="1">
                <a:solidFill>
                  <a:srgbClr val="C95D43"/>
                </a:solidFill>
              </a:defRPr>
            </a:lvl4pPr>
            <a:lvl5pPr algn="l">
              <a:defRPr sz="1425" b="1">
                <a:solidFill>
                  <a:srgbClr val="C95D43"/>
                </a:solidFill>
              </a:defRPr>
            </a:lvl5pPr>
            <a:lvl6pPr algn="l">
              <a:defRPr sz="1425" b="1">
                <a:solidFill>
                  <a:srgbClr val="C95D43"/>
                </a:solidFill>
              </a:defRPr>
            </a:lvl6pPr>
            <a:lvl7pPr algn="l">
              <a:defRPr sz="1425" b="1">
                <a:solidFill>
                  <a:srgbClr val="C95D43"/>
                </a:solidFill>
              </a:defRPr>
            </a:lvl7pPr>
            <a:lvl8pPr algn="l">
              <a:defRPr sz="1425" b="1">
                <a:solidFill>
                  <a:srgbClr val="C95D43"/>
                </a:solidFill>
              </a:defRPr>
            </a:lvl8pPr>
            <a:lvl9pPr algn="l">
              <a:defRPr sz="1425" b="1">
                <a:solidFill>
                  <a:srgbClr val="C95D4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C95D43"/>
                </a:solidFill>
              </a:defRPr>
            </a:pPr>
            <a:r>
              <a:rPr sz="1425" b="1">
                <a:solidFill>
                  <a:srgbClr val="C95D43"/>
                </a:solidFill>
              </a:rPr>
              <a:t>一次重要的不采纳与纠正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926302-8B74-429E-8749-8F7253C9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17221F"/>
                </a:solidFill>
              </a:defRPr>
            </a:defPPr>
            <a:lvl1pPr algn="l">
              <a:defRPr sz="1125" b="0">
                <a:solidFill>
                  <a:srgbClr val="17221F"/>
                </a:solidFill>
              </a:defRPr>
            </a:lvl1pPr>
            <a:lvl2pPr algn="l">
              <a:defRPr sz="1125" b="0">
                <a:solidFill>
                  <a:srgbClr val="17221F"/>
                </a:solidFill>
              </a:defRPr>
            </a:lvl2pPr>
            <a:lvl3pPr algn="l">
              <a:defRPr sz="1125" b="0">
                <a:solidFill>
                  <a:srgbClr val="17221F"/>
                </a:solidFill>
              </a:defRPr>
            </a:lvl3pPr>
            <a:lvl4pPr algn="l">
              <a:defRPr sz="1125" b="0">
                <a:solidFill>
                  <a:srgbClr val="17221F"/>
                </a:solidFill>
              </a:defRPr>
            </a:lvl4pPr>
            <a:lvl5pPr algn="l">
              <a:defRPr sz="1125" b="0">
                <a:solidFill>
                  <a:srgbClr val="17221F"/>
                </a:solidFill>
              </a:defRPr>
            </a:lvl5pPr>
            <a:lvl6pPr algn="l">
              <a:defRPr sz="1125" b="0">
                <a:solidFill>
                  <a:srgbClr val="17221F"/>
                </a:solidFill>
              </a:defRPr>
            </a:lvl6pPr>
            <a:lvl7pPr algn="l">
              <a:defRPr sz="1125" b="0">
                <a:solidFill>
                  <a:srgbClr val="17221F"/>
                </a:solidFill>
              </a:defRPr>
            </a:lvl7pPr>
            <a:lvl8pPr algn="l">
              <a:defRPr sz="1125" b="0">
                <a:solidFill>
                  <a:srgbClr val="17221F"/>
                </a:solidFill>
              </a:defRPr>
            </a:lvl8pPr>
            <a:lvl9pPr algn="l">
              <a:defRPr sz="1125" b="0">
                <a:solidFill>
                  <a:srgbClr val="17221F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7221F"/>
                </a:solidFill>
              </a:defRPr>
            </a:pPr>
            <a:r>
              <a:rPr sz="1125" b="0">
                <a:solidFill>
                  <a:srgbClr val="17221F"/>
                </a:solidFill>
              </a:rPr>
              <a:t>早期版本采用 JPA、H2 和 720 条数据。重新核对任务书后发现不满足 MyBatis、MySQL 8 和 10 万行要求，因此没有直接沿用。最终改为 MyBatis + MySQL 8，增加批量生成、索引和统一返回结构，并生成 109550 条可复现数据。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3322BF-D302-40D7-ADEB-11E0C66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9938F"/>
                </a:solidFill>
              </a:defRPr>
            </a:defPPr>
            <a:lvl1pPr algn="l">
              <a:defRPr sz="750" b="0">
                <a:solidFill>
                  <a:srgbClr val="89938F"/>
                </a:solidFill>
              </a:defRPr>
            </a:lvl1pPr>
            <a:lvl2pPr algn="l">
              <a:defRPr sz="750" b="0">
                <a:solidFill>
                  <a:srgbClr val="89938F"/>
                </a:solidFill>
              </a:defRPr>
            </a:lvl2pPr>
            <a:lvl3pPr algn="l">
              <a:defRPr sz="750" b="0">
                <a:solidFill>
                  <a:srgbClr val="89938F"/>
                </a:solidFill>
              </a:defRPr>
            </a:lvl3pPr>
            <a:lvl4pPr algn="l">
              <a:defRPr sz="750" b="0">
                <a:solidFill>
                  <a:srgbClr val="89938F"/>
                </a:solidFill>
              </a:defRPr>
            </a:lvl4pPr>
            <a:lvl5pPr algn="l">
              <a:defRPr sz="750" b="0">
                <a:solidFill>
                  <a:srgbClr val="89938F"/>
                </a:solidFill>
              </a:defRPr>
            </a:lvl5pPr>
            <a:lvl6pPr algn="l">
              <a:defRPr sz="750" b="0">
                <a:solidFill>
                  <a:srgbClr val="89938F"/>
                </a:solidFill>
              </a:defRPr>
            </a:lvl6pPr>
            <a:lvl7pPr algn="l">
              <a:defRPr sz="750" b="0">
                <a:solidFill>
                  <a:srgbClr val="89938F"/>
                </a:solidFill>
              </a:defRPr>
            </a:lvl7pPr>
            <a:lvl8pPr algn="l">
              <a:defRPr sz="750" b="0">
                <a:solidFill>
                  <a:srgbClr val="89938F"/>
                </a:solidFill>
              </a:defRPr>
            </a:lvl8pPr>
            <a:lvl9pPr algn="l">
              <a:defRPr sz="750" b="0">
                <a:solidFill>
                  <a:srgbClr val="89938F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9938F"/>
                </a:solidFill>
              </a:defRPr>
            </a:pPr>
            <a:r>
              <a:rPr sz="750" b="0">
                <a:solidFill>
                  <a:srgbClr val="89938F"/>
                </a:solidFill>
              </a:rPr>
              <a:t>第9组  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570649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5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9407E-060F-4213-B4F3-114532D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</a:defRPr>
            </a:defPPr>
            <a:lvl1pPr algn="l">
              <a:defRPr sz="2850" b="1">
                <a:solidFill>
                  <a:srgbClr val="FFFFFF"/>
                </a:solidFill>
              </a:defRPr>
            </a:lvl1pPr>
            <a:lvl2pPr algn="l">
              <a:defRPr sz="2850" b="1">
                <a:solidFill>
                  <a:srgbClr val="FFFFFF"/>
                </a:solidFill>
              </a:defRPr>
            </a:lvl2pPr>
            <a:lvl3pPr algn="l">
              <a:defRPr sz="2850" b="1">
                <a:solidFill>
                  <a:srgbClr val="FFFFFF"/>
                </a:solidFill>
              </a:defRPr>
            </a:lvl3pPr>
            <a:lvl4pPr algn="l">
              <a:defRPr sz="2850" b="1">
                <a:solidFill>
                  <a:srgbClr val="FFFFFF"/>
                </a:solidFill>
              </a:defRPr>
            </a:lvl4pPr>
            <a:lvl5pPr algn="l">
              <a:defRPr sz="2850" b="1">
                <a:solidFill>
                  <a:srgbClr val="FFFFFF"/>
                </a:solidFill>
              </a:defRPr>
            </a:lvl5pPr>
            <a:lvl6pPr algn="l">
              <a:defRPr sz="2850" b="1">
                <a:solidFill>
                  <a:srgbClr val="FFFFFF"/>
                </a:solidFill>
              </a:defRPr>
            </a:lvl6pPr>
            <a:lvl7pPr algn="l">
              <a:defRPr sz="2850" b="1">
                <a:solidFill>
                  <a:srgbClr val="FFFFFF"/>
                </a:solidFill>
              </a:defRPr>
            </a:lvl7pPr>
            <a:lvl8pPr algn="l">
              <a:defRPr sz="2850" b="1">
                <a:solidFill>
                  <a:srgbClr val="FFFFFF"/>
                </a:solidFill>
              </a:defRPr>
            </a:lvl8pPr>
            <a:lvl9pPr algn="l"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测试、Git 与团队分工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1887E-0546-45E7-BBB6-4F7E691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CBE0D4"/>
                </a:solidFill>
              </a:defRPr>
            </a:defPPr>
            <a:lvl1pPr algn="l">
              <a:defRPr sz="1275" b="0">
                <a:solidFill>
                  <a:srgbClr val="CBE0D4"/>
                </a:solidFill>
              </a:defRPr>
            </a:lvl1pPr>
            <a:lvl2pPr algn="l">
              <a:defRPr sz="1275" b="0">
                <a:solidFill>
                  <a:srgbClr val="CBE0D4"/>
                </a:solidFill>
              </a:defRPr>
            </a:lvl2pPr>
            <a:lvl3pPr algn="l">
              <a:defRPr sz="1275" b="0">
                <a:solidFill>
                  <a:srgbClr val="CBE0D4"/>
                </a:solidFill>
              </a:defRPr>
            </a:lvl3pPr>
            <a:lvl4pPr algn="l">
              <a:defRPr sz="1275" b="0">
                <a:solidFill>
                  <a:srgbClr val="CBE0D4"/>
                </a:solidFill>
              </a:defRPr>
            </a:lvl4pPr>
            <a:lvl5pPr algn="l">
              <a:defRPr sz="1275" b="0">
                <a:solidFill>
                  <a:srgbClr val="CBE0D4"/>
                </a:solidFill>
              </a:defRPr>
            </a:lvl5pPr>
            <a:lvl6pPr algn="l">
              <a:defRPr sz="1275" b="0">
                <a:solidFill>
                  <a:srgbClr val="CBE0D4"/>
                </a:solidFill>
              </a:defRPr>
            </a:lvl6pPr>
            <a:lvl7pPr algn="l">
              <a:defRPr sz="1275" b="0">
                <a:solidFill>
                  <a:srgbClr val="CBE0D4"/>
                </a:solidFill>
              </a:defRPr>
            </a:lvl7pPr>
            <a:lvl8pPr algn="l">
              <a:defRPr sz="1275" b="0">
                <a:solidFill>
                  <a:srgbClr val="CBE0D4"/>
                </a:solidFill>
              </a:defRPr>
            </a:lvl8pPr>
            <a:lvl9pPr algn="l">
              <a:defRPr sz="1275" b="0">
                <a:solidFill>
                  <a:srgbClr val="CBE0D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BE0D4"/>
                </a:solidFill>
              </a:defRPr>
            </a:pPr>
            <a:r>
              <a:rPr sz="1275" b="0">
                <a:solidFill>
                  <a:srgbClr val="CBE0D4"/>
                </a:solidFill>
              </a:rPr>
              <a:t>项目已完成运行验证，源码、文档、SQL 和视频按提交目录整理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280E8-6A5B-4C11-A402-80950572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6B772-6599-46E7-BD91-C1B7FCE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500" b="1">
                <a:solidFill>
                  <a:srgbClr val="F3C969"/>
                </a:solidFill>
              </a:defRPr>
            </a:defPPr>
            <a:lvl1pPr algn="l">
              <a:defRPr sz="4500" b="1">
                <a:solidFill>
                  <a:srgbClr val="F3C969"/>
                </a:solidFill>
              </a:defRPr>
            </a:lvl1pPr>
            <a:lvl2pPr algn="l">
              <a:defRPr sz="4500" b="1">
                <a:solidFill>
                  <a:srgbClr val="F3C969"/>
                </a:solidFill>
              </a:defRPr>
            </a:lvl2pPr>
            <a:lvl3pPr algn="l">
              <a:defRPr sz="4500" b="1">
                <a:solidFill>
                  <a:srgbClr val="F3C969"/>
                </a:solidFill>
              </a:defRPr>
            </a:lvl3pPr>
            <a:lvl4pPr algn="l">
              <a:defRPr sz="4500" b="1">
                <a:solidFill>
                  <a:srgbClr val="F3C969"/>
                </a:solidFill>
              </a:defRPr>
            </a:lvl4pPr>
            <a:lvl5pPr algn="l">
              <a:defRPr sz="4500" b="1">
                <a:solidFill>
                  <a:srgbClr val="F3C969"/>
                </a:solidFill>
              </a:defRPr>
            </a:lvl5pPr>
            <a:lvl6pPr algn="l">
              <a:defRPr sz="4500" b="1">
                <a:solidFill>
                  <a:srgbClr val="F3C969"/>
                </a:solidFill>
              </a:defRPr>
            </a:lvl6pPr>
            <a:lvl7pPr algn="l">
              <a:defRPr sz="4500" b="1">
                <a:solidFill>
                  <a:srgbClr val="F3C969"/>
                </a:solidFill>
              </a:defRPr>
            </a:lvl7pPr>
            <a:lvl8pPr algn="l">
              <a:defRPr sz="4500" b="1">
                <a:solidFill>
                  <a:srgbClr val="F3C969"/>
                </a:solidFill>
              </a:defRPr>
            </a:lvl8pPr>
            <a:lvl9pPr algn="l">
              <a:defRPr sz="4500" b="1">
                <a:solidFill>
                  <a:srgbClr val="F3C969"/>
                </a:solidFill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3C969"/>
                </a:solidFill>
              </a:defRPr>
            </a:pPr>
            <a:r>
              <a:rPr sz="4500" b="1">
                <a:solidFill>
                  <a:srgbClr val="F3C969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5DB1E-4CF8-4250-AAA2-EE0840E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717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项集成测试通过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F52BB-622F-4FD8-B424-D671F94F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8E6DE"/>
                </a:solidFill>
              </a:defRPr>
            </a:defPPr>
            <a:lvl1pPr algn="l">
              <a:defRPr sz="1125" b="0">
                <a:solidFill>
                  <a:srgbClr val="D8E6DE"/>
                </a:solidFill>
              </a:defRPr>
            </a:lvl1pPr>
            <a:lvl2pPr algn="l">
              <a:defRPr sz="1125" b="0">
                <a:solidFill>
                  <a:srgbClr val="D8E6DE"/>
                </a:solidFill>
              </a:defRPr>
            </a:lvl2pPr>
            <a:lvl3pPr algn="l">
              <a:defRPr sz="1125" b="0">
                <a:solidFill>
                  <a:srgbClr val="D8E6DE"/>
                </a:solidFill>
              </a:defRPr>
            </a:lvl3pPr>
            <a:lvl4pPr algn="l">
              <a:defRPr sz="1125" b="0">
                <a:solidFill>
                  <a:srgbClr val="D8E6DE"/>
                </a:solidFill>
              </a:defRPr>
            </a:lvl4pPr>
            <a:lvl5pPr algn="l">
              <a:defRPr sz="1125" b="0">
                <a:solidFill>
                  <a:srgbClr val="D8E6DE"/>
                </a:solidFill>
              </a:defRPr>
            </a:lvl5pPr>
            <a:lvl6pPr algn="l">
              <a:defRPr sz="1125" b="0">
                <a:solidFill>
                  <a:srgbClr val="D8E6DE"/>
                </a:solidFill>
              </a:defRPr>
            </a:lvl6pPr>
            <a:lvl7pPr algn="l">
              <a:defRPr sz="1125" b="0">
                <a:solidFill>
                  <a:srgbClr val="D8E6DE"/>
                </a:solidFill>
              </a:defRPr>
            </a:lvl7pPr>
            <a:lvl8pPr algn="l">
              <a:defRPr sz="1125" b="0">
                <a:solidFill>
                  <a:srgbClr val="D8E6DE"/>
                </a:solidFill>
              </a:defRPr>
            </a:lvl8pPr>
            <a:lvl9pPr algn="l">
              <a:defRPr sz="1125" b="0">
                <a:solidFill>
                  <a:srgbClr val="D8E6D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8E6DE"/>
                </a:solidFill>
              </a:defRPr>
            </a:pPr>
            <a:r>
              <a:rPr sz="1125" b="0">
                <a:solidFill>
                  <a:srgbClr val="D8E6DE"/>
                </a:solidFill>
              </a:rPr>
              <a:t>测试覆盖初始化数据量、城市列表、分页筛选、统计、等级分布、排行与地图、单条详情，以及非法指标和反向日期。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C53EB-4DA6-4678-A801-F16DD11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3C969"/>
                </a:solidFill>
              </a:defRPr>
            </a:defPPr>
            <a:lvl1pPr algn="l">
              <a:defRPr sz="1650" b="1">
                <a:solidFill>
                  <a:srgbClr val="F3C969"/>
                </a:solidFill>
              </a:defRPr>
            </a:lvl1pPr>
            <a:lvl2pPr algn="l">
              <a:defRPr sz="1650" b="1">
                <a:solidFill>
                  <a:srgbClr val="F3C969"/>
                </a:solidFill>
              </a:defRPr>
            </a:lvl2pPr>
            <a:lvl3pPr algn="l">
              <a:defRPr sz="1650" b="1">
                <a:solidFill>
                  <a:srgbClr val="F3C969"/>
                </a:solidFill>
              </a:defRPr>
            </a:lvl3pPr>
            <a:lvl4pPr algn="l">
              <a:defRPr sz="1650" b="1">
                <a:solidFill>
                  <a:srgbClr val="F3C969"/>
                </a:solidFill>
              </a:defRPr>
            </a:lvl4pPr>
            <a:lvl5pPr algn="l">
              <a:defRPr sz="1650" b="1">
                <a:solidFill>
                  <a:srgbClr val="F3C969"/>
                </a:solidFill>
              </a:defRPr>
            </a:lvl5pPr>
            <a:lvl6pPr algn="l">
              <a:defRPr sz="1650" b="1">
                <a:solidFill>
                  <a:srgbClr val="F3C969"/>
                </a:solidFill>
              </a:defRPr>
            </a:lvl6pPr>
            <a:lvl7pPr algn="l">
              <a:defRPr sz="1650" b="1">
                <a:solidFill>
                  <a:srgbClr val="F3C969"/>
                </a:solidFill>
              </a:defRPr>
            </a:lvl7pPr>
            <a:lvl8pPr algn="l">
              <a:defRPr sz="1650" b="1">
                <a:solidFill>
                  <a:srgbClr val="F3C969"/>
                </a:solidFill>
              </a:defRPr>
            </a:lvl8pPr>
            <a:lvl9pPr algn="l">
              <a:defRPr sz="1650" b="1">
                <a:solidFill>
                  <a:srgbClr val="F3C969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C969"/>
                </a:solidFill>
              </a:defRPr>
            </a:pPr>
            <a:r>
              <a:rPr sz="1650" b="1">
                <a:solidFill>
                  <a:srgbClr val="F3C969"/>
                </a:solidFill>
              </a:rPr>
              <a:t>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E499C-4F1E-47B6-883B-3A2DFD9D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LHWLX / air-quality-dashboard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27877-2AB7-43F8-9C3E-04E6C03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钱沛桥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28B87-16B2-4862-A4AD-143B93A7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8E6DE"/>
                </a:solidFill>
              </a:defRPr>
            </a:defPPr>
            <a:lvl1pPr algn="l">
              <a:defRPr sz="1125" b="0">
                <a:solidFill>
                  <a:srgbClr val="D8E6DE"/>
                </a:solidFill>
              </a:defRPr>
            </a:lvl1pPr>
            <a:lvl2pPr algn="l">
              <a:defRPr sz="1125" b="0">
                <a:solidFill>
                  <a:srgbClr val="D8E6DE"/>
                </a:solidFill>
              </a:defRPr>
            </a:lvl2pPr>
            <a:lvl3pPr algn="l">
              <a:defRPr sz="1125" b="0">
                <a:solidFill>
                  <a:srgbClr val="D8E6DE"/>
                </a:solidFill>
              </a:defRPr>
            </a:lvl3pPr>
            <a:lvl4pPr algn="l">
              <a:defRPr sz="1125" b="0">
                <a:solidFill>
                  <a:srgbClr val="D8E6DE"/>
                </a:solidFill>
              </a:defRPr>
            </a:lvl4pPr>
            <a:lvl5pPr algn="l">
              <a:defRPr sz="1125" b="0">
                <a:solidFill>
                  <a:srgbClr val="D8E6DE"/>
                </a:solidFill>
              </a:defRPr>
            </a:lvl5pPr>
            <a:lvl6pPr algn="l">
              <a:defRPr sz="1125" b="0">
                <a:solidFill>
                  <a:srgbClr val="D8E6DE"/>
                </a:solidFill>
              </a:defRPr>
            </a:lvl6pPr>
            <a:lvl7pPr algn="l">
              <a:defRPr sz="1125" b="0">
                <a:solidFill>
                  <a:srgbClr val="D8E6DE"/>
                </a:solidFill>
              </a:defRPr>
            </a:lvl7pPr>
            <a:lvl8pPr algn="l">
              <a:defRPr sz="1125" b="0">
                <a:solidFill>
                  <a:srgbClr val="D8E6DE"/>
                </a:solidFill>
              </a:defRPr>
            </a:lvl8pPr>
            <a:lvl9pPr algn="l">
              <a:defRPr sz="1125" b="0">
                <a:solidFill>
                  <a:srgbClr val="D8E6D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8E6DE"/>
                </a:solidFill>
              </a:defRPr>
            </a:pPr>
            <a:r>
              <a:rPr sz="1125" b="0">
                <a:solidFill>
                  <a:srgbClr val="D8E6DE"/>
                </a:solidFill>
              </a:rPr>
              <a:t>负责数据字段、生成规则、清洗说明和 SQL 验证，答辩时说明数据为什么采用模拟生成。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5BC7-F10B-44B7-88BD-72573DB2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卢浩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6967A-036B-4267-AF51-C9C3927A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8E6DE"/>
                </a:solidFill>
              </a:defRPr>
            </a:defPPr>
            <a:lvl1pPr algn="l">
              <a:defRPr sz="1125" b="0">
                <a:solidFill>
                  <a:srgbClr val="D8E6DE"/>
                </a:solidFill>
              </a:defRPr>
            </a:lvl1pPr>
            <a:lvl2pPr algn="l">
              <a:defRPr sz="1125" b="0">
                <a:solidFill>
                  <a:srgbClr val="D8E6DE"/>
                </a:solidFill>
              </a:defRPr>
            </a:lvl2pPr>
            <a:lvl3pPr algn="l">
              <a:defRPr sz="1125" b="0">
                <a:solidFill>
                  <a:srgbClr val="D8E6DE"/>
                </a:solidFill>
              </a:defRPr>
            </a:lvl3pPr>
            <a:lvl4pPr algn="l">
              <a:defRPr sz="1125" b="0">
                <a:solidFill>
                  <a:srgbClr val="D8E6DE"/>
                </a:solidFill>
              </a:defRPr>
            </a:lvl4pPr>
            <a:lvl5pPr algn="l">
              <a:defRPr sz="1125" b="0">
                <a:solidFill>
                  <a:srgbClr val="D8E6DE"/>
                </a:solidFill>
              </a:defRPr>
            </a:lvl5pPr>
            <a:lvl6pPr algn="l">
              <a:defRPr sz="1125" b="0">
                <a:solidFill>
                  <a:srgbClr val="D8E6DE"/>
                </a:solidFill>
              </a:defRPr>
            </a:lvl6pPr>
            <a:lvl7pPr algn="l">
              <a:defRPr sz="1125" b="0">
                <a:solidFill>
                  <a:srgbClr val="D8E6DE"/>
                </a:solidFill>
              </a:defRPr>
            </a:lvl7pPr>
            <a:lvl8pPr algn="l">
              <a:defRPr sz="1125" b="0">
                <a:solidFill>
                  <a:srgbClr val="D8E6DE"/>
                </a:solidFill>
              </a:defRPr>
            </a:lvl8pPr>
            <a:lvl9pPr algn="l">
              <a:defRPr sz="1125" b="0">
                <a:solidFill>
                  <a:srgbClr val="D8E6D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8E6DE"/>
                </a:solidFill>
              </a:defRPr>
            </a:pPr>
            <a:r>
              <a:rPr sz="1125" b="0">
                <a:solidFill>
                  <a:srgbClr val="D8E6DE"/>
                </a:solidFill>
              </a:rPr>
              <a:t>负责 MyBatis、后端接口、统一异常处理、自动测试和整体整合，答辩时说明接口与验证方法。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04068-7662-4401-9507-54FCA161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李梦琪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18174-8174-453E-AEB2-548DD2CE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8E6DE"/>
                </a:solidFill>
              </a:defRPr>
            </a:defPPr>
            <a:lvl1pPr algn="l">
              <a:defRPr sz="1125" b="0">
                <a:solidFill>
                  <a:srgbClr val="D8E6DE"/>
                </a:solidFill>
              </a:defRPr>
            </a:lvl1pPr>
            <a:lvl2pPr algn="l">
              <a:defRPr sz="1125" b="0">
                <a:solidFill>
                  <a:srgbClr val="D8E6DE"/>
                </a:solidFill>
              </a:defRPr>
            </a:lvl2pPr>
            <a:lvl3pPr algn="l">
              <a:defRPr sz="1125" b="0">
                <a:solidFill>
                  <a:srgbClr val="D8E6DE"/>
                </a:solidFill>
              </a:defRPr>
            </a:lvl3pPr>
            <a:lvl4pPr algn="l">
              <a:defRPr sz="1125" b="0">
                <a:solidFill>
                  <a:srgbClr val="D8E6DE"/>
                </a:solidFill>
              </a:defRPr>
            </a:lvl4pPr>
            <a:lvl5pPr algn="l">
              <a:defRPr sz="1125" b="0">
                <a:solidFill>
                  <a:srgbClr val="D8E6DE"/>
                </a:solidFill>
              </a:defRPr>
            </a:lvl5pPr>
            <a:lvl6pPr algn="l">
              <a:defRPr sz="1125" b="0">
                <a:solidFill>
                  <a:srgbClr val="D8E6DE"/>
                </a:solidFill>
              </a:defRPr>
            </a:lvl6pPr>
            <a:lvl7pPr algn="l">
              <a:defRPr sz="1125" b="0">
                <a:solidFill>
                  <a:srgbClr val="D8E6DE"/>
                </a:solidFill>
              </a:defRPr>
            </a:lvl7pPr>
            <a:lvl8pPr algn="l">
              <a:defRPr sz="1125" b="0">
                <a:solidFill>
                  <a:srgbClr val="D8E6DE"/>
                </a:solidFill>
              </a:defRPr>
            </a:lvl8pPr>
            <a:lvl9pPr algn="l">
              <a:defRPr sz="1125" b="0">
                <a:solidFill>
                  <a:srgbClr val="D8E6D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8E6DE"/>
                </a:solidFill>
              </a:defRPr>
            </a:pPr>
            <a:r>
              <a:rPr sz="1125" b="0">
                <a:solidFill>
                  <a:srgbClr val="D8E6DE"/>
                </a:solidFill>
              </a:rPr>
              <a:t>负责前端页面、筛选联动、ECharts 图表和现场操作演示，答辩时按使用流程展示看板。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4E6F8-B6AF-4716-8D5F-62DCAE4D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CBE0D4"/>
                </a:solidFill>
              </a:defRPr>
            </a:defPPr>
            <a:lvl1pPr algn="l">
              <a:defRPr sz="1275" b="0">
                <a:solidFill>
                  <a:srgbClr val="CBE0D4"/>
                </a:solidFill>
              </a:defRPr>
            </a:lvl1pPr>
            <a:lvl2pPr algn="l">
              <a:defRPr sz="1275" b="0">
                <a:solidFill>
                  <a:srgbClr val="CBE0D4"/>
                </a:solidFill>
              </a:defRPr>
            </a:lvl2pPr>
            <a:lvl3pPr algn="l">
              <a:defRPr sz="1275" b="0">
                <a:solidFill>
                  <a:srgbClr val="CBE0D4"/>
                </a:solidFill>
              </a:defRPr>
            </a:lvl3pPr>
            <a:lvl4pPr algn="l">
              <a:defRPr sz="1275" b="0">
                <a:solidFill>
                  <a:srgbClr val="CBE0D4"/>
                </a:solidFill>
              </a:defRPr>
            </a:lvl4pPr>
            <a:lvl5pPr algn="l">
              <a:defRPr sz="1275" b="0">
                <a:solidFill>
                  <a:srgbClr val="CBE0D4"/>
                </a:solidFill>
              </a:defRPr>
            </a:lvl5pPr>
            <a:lvl6pPr algn="l">
              <a:defRPr sz="1275" b="0">
                <a:solidFill>
                  <a:srgbClr val="CBE0D4"/>
                </a:solidFill>
              </a:defRPr>
            </a:lvl6pPr>
            <a:lvl7pPr algn="l">
              <a:defRPr sz="1275" b="0">
                <a:solidFill>
                  <a:srgbClr val="CBE0D4"/>
                </a:solidFill>
              </a:defRPr>
            </a:lvl7pPr>
            <a:lvl8pPr algn="l">
              <a:defRPr sz="1275" b="0">
                <a:solidFill>
                  <a:srgbClr val="CBE0D4"/>
                </a:solidFill>
              </a:defRPr>
            </a:lvl8pPr>
            <a:lvl9pPr algn="l">
              <a:defRPr sz="1275" b="0">
                <a:solidFill>
                  <a:srgbClr val="CBE0D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BE0D4"/>
                </a:solidFill>
              </a:defRPr>
            </a:pPr>
            <a:r>
              <a:rPr sz="1275" b="0">
                <a:solidFill>
                  <a:srgbClr val="CBE0D4"/>
                </a:solidFill>
              </a:rPr>
              <a:t>答辩现场：启动工程 → 操作看板 → 说明数据与 AI 协作 → 回答问题</a:t>
            </a:r>
          </a:p>
        </p:txBody>
      </p:sp>
    </p:spTree>
    <p:extLst>
      <p:ext uri="{BB962C8B-B14F-4D97-AF65-F5344CB8AC3E}">
        <p14:creationId xmlns:p14="http://schemas.microsoft.com/office/powerpoint/2010/main" val="915003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2026-10-27T02:00:50.0660000Z</dcterms:created>
  <dcterms:modified xsi:type="dcterms:W3CDTF">2026-10-27T02:00:50.0660000Z</dcterms:modified>
</coreProperties>
</file>